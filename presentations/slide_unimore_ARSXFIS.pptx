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handoutMasterIdLst>
    <p:handoutMasterId r:id="rId9"/>
  </p:handoutMasterIdLst>
  <p:sldIdLst>
    <p:sldId id="273" r:id="rId2"/>
    <p:sldId id="270" r:id="rId3"/>
    <p:sldId id="274" r:id="rId4"/>
    <p:sldId id="275" r:id="rId5"/>
    <p:sldId id="277" r:id="rId6"/>
    <p:sldId id="276" r:id="rId7"/>
  </p:sldIdLst>
  <p:sldSz cx="9144000" cy="5143500" type="screen16x9"/>
  <p:notesSz cx="6858000" cy="9144000"/>
  <p:defaultTextStyle>
    <a:defPPr>
      <a:defRPr lang="it-IT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zione senza titolo" id="{FBAAC3BD-6880-4A9D-9E0F-7476FA6900A5}">
          <p14:sldIdLst>
            <p14:sldId id="273"/>
            <p14:sldId id="270"/>
            <p14:sldId id="274"/>
            <p14:sldId id="275"/>
            <p14:sldId id="277"/>
            <p14:sldId id="27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25351"/>
    <a:srgbClr val="D14124"/>
    <a:srgbClr val="EB301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Stile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CAF9ED-07DC-4A11-8D7F-57B35C25682E}" styleName="Stile medio 1 - Colore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1E4AEA4-8DFA-4A89-87EB-49C32662AFE0}" styleName="Stile medio 2 - Color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Stile medio 2 - Colore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84E427A-3D55-4303-BF80-6455036E1DE7}" styleName="Stile con tema 1 - Colore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902" autoAdjust="0"/>
    <p:restoredTop sz="94681" autoAdjust="0"/>
  </p:normalViewPr>
  <p:slideViewPr>
    <p:cSldViewPr snapToGrid="0" snapToObjects="1">
      <p:cViewPr>
        <p:scale>
          <a:sx n="108" d="100"/>
          <a:sy n="108" d="100"/>
        </p:scale>
        <p:origin x="1288" y="936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napToObjects="1">
      <p:cViewPr varScale="1">
        <p:scale>
          <a:sx n="93" d="100"/>
          <a:sy n="93" d="100"/>
        </p:scale>
        <p:origin x="3784" y="20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7C68A3-539B-614C-AEED-9F3672566120}" type="datetimeFigureOut">
              <a:rPr lang="it-IT" smtClean="0"/>
              <a:t>03/06/26</a:t>
            </a:fld>
            <a:endParaRPr lang="it-IT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C7824B-A553-014E-91C5-21C7C50A6CB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6926938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6825F9-C3E2-E147-B6D3-335C60204E37}" type="datetimeFigureOut">
              <a:rPr lang="it-IT" smtClean="0"/>
              <a:t>03/06/26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D8AB75-C383-C444-BAD8-6C37ACA0136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88670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D8AB75-C383-C444-BAD8-6C37ACA0136C}" type="slidenum">
              <a:rPr lang="it-IT" smtClean="0"/>
              <a:t>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42646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6" Type="http://schemas.microsoft.com/office/2007/relationships/hdphoto" Target="../media/hdphoto1.wdp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7" Type="http://schemas.openxmlformats.org/officeDocument/2006/relationships/image" Target="../media/image5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Relationship Id="rId6" Type="http://schemas.microsoft.com/office/2007/relationships/hdphoto" Target="../media/hdphoto2.wdp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microsoft.com/office/2007/relationships/hdphoto" Target="../media/hdphoto3.wdp"/><Relationship Id="rId4" Type="http://schemas.openxmlformats.org/officeDocument/2006/relationships/image" Target="../media/image9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microsoft.com/office/2007/relationships/hdphoto" Target="../media/hdphoto4.wdp"/><Relationship Id="rId4" Type="http://schemas.openxmlformats.org/officeDocument/2006/relationships/image" Target="../media/image9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microsoft.com/office/2007/relationships/hdphoto" Target="../media/hdphoto5.wdp"/><Relationship Id="rId4" Type="http://schemas.openxmlformats.org/officeDocument/2006/relationships/image" Target="../media/image9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microsoft.com/office/2007/relationships/hdphoto" Target="../media/hdphoto6.wdp"/><Relationship Id="rId4" Type="http://schemas.openxmlformats.org/officeDocument/2006/relationships/image" Target="../media/image9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microsoft.com/office/2007/relationships/hdphoto" Target="../media/hdphoto7.wdp"/><Relationship Id="rId4" Type="http://schemas.openxmlformats.org/officeDocument/2006/relationships/image" Target="../media/image9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microsoft.com/office/2007/relationships/hdphoto" Target="../media/hdphoto8.wdp"/><Relationship Id="rId4" Type="http://schemas.openxmlformats.org/officeDocument/2006/relationships/image" Target="../media/image9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_principale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red and orange circle&#10;&#10;AI-generated content may be incorrect.">
            <a:extLst>
              <a:ext uri="{FF2B5EF4-FFF2-40B4-BE49-F238E27FC236}">
                <a16:creationId xmlns:a16="http://schemas.microsoft.com/office/drawing/2014/main" id="{AC9F49FF-B681-655D-E7D8-EE70EDD15C9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25179" y="-210375"/>
            <a:ext cx="9288843" cy="5805526"/>
          </a:xfrm>
          <a:prstGeom prst="rect">
            <a:avLst/>
          </a:prstGeom>
        </p:spPr>
      </p:pic>
      <p:sp>
        <p:nvSpPr>
          <p:cNvPr id="2" name="Titolo 1"/>
          <p:cNvSpPr>
            <a:spLocks noGrp="1"/>
          </p:cNvSpPr>
          <p:nvPr>
            <p:ph type="ctrTitle" hasCustomPrompt="1"/>
          </p:nvPr>
        </p:nvSpPr>
        <p:spPr>
          <a:xfrm>
            <a:off x="1067229" y="1483366"/>
            <a:ext cx="5205752" cy="1088384"/>
          </a:xfrm>
          <a:prstGeom prst="rect">
            <a:avLst/>
          </a:prstGeom>
        </p:spPr>
        <p:txBody>
          <a:bodyPr anchor="t" anchorCtr="0"/>
          <a:lstStyle>
            <a:lvl1pPr>
              <a:lnSpc>
                <a:spcPts val="3360"/>
              </a:lnSpc>
              <a:defRPr sz="3400" b="1" i="0">
                <a:solidFill>
                  <a:schemeClr val="bg1"/>
                </a:solidFill>
                <a:latin typeface="Helvetica Neue"/>
                <a:cs typeface="Helvetica Neue"/>
              </a:defRPr>
            </a:lvl1pPr>
          </a:lstStyle>
          <a:p>
            <a:r>
              <a:rPr lang="it-IT" dirty="0"/>
              <a:t>Fare clic per modificare stile modifica 5</a:t>
            </a:r>
          </a:p>
        </p:txBody>
      </p:sp>
      <p:sp>
        <p:nvSpPr>
          <p:cNvPr id="3" name="Sottotitolo 2"/>
          <p:cNvSpPr>
            <a:spLocks noGrp="1"/>
          </p:cNvSpPr>
          <p:nvPr>
            <p:ph type="subTitle" idx="1" hasCustomPrompt="1"/>
          </p:nvPr>
        </p:nvSpPr>
        <p:spPr>
          <a:xfrm>
            <a:off x="1067229" y="2710777"/>
            <a:ext cx="3770243" cy="1326537"/>
          </a:xfrm>
          <a:prstGeom prst="rect">
            <a:avLst/>
          </a:prstGeom>
        </p:spPr>
        <p:txBody>
          <a:bodyPr/>
          <a:lstStyle>
            <a:lvl1pPr marL="0" marR="0" indent="0" algn="l" defTabSz="342882" rtl="0" eaLnBrk="1" fontAlgn="auto" latinLnBrk="0" hangingPunct="1">
              <a:lnSpc>
                <a:spcPts val="234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800" b="0" i="0">
                <a:solidFill>
                  <a:srgbClr val="FFFFFF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defRPr>
            </a:lvl1pPr>
            <a:lvl2pPr marL="3428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7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64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5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4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29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1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06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marR="0" lvl="0" indent="0" algn="l" defTabSz="342882" rtl="0" eaLnBrk="1" fontAlgn="auto" latinLnBrk="0" hangingPunct="1">
              <a:lnSpc>
                <a:spcPts val="234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it-IT" dirty="0"/>
              <a:t>Fare clic per modificare lo stile del sottotitolo dello schema Fare clic per modificare lo stile del sottotitolo dello schema</a:t>
            </a:r>
          </a:p>
          <a:p>
            <a:endParaRPr lang="it-IT" dirty="0"/>
          </a:p>
        </p:txBody>
      </p:sp>
      <p:pic>
        <p:nvPicPr>
          <p:cNvPr id="13" name="Picture 12" descr="A logo with text on it&#10;&#10;AI-generated content may be incorrect.">
            <a:extLst>
              <a:ext uri="{FF2B5EF4-FFF2-40B4-BE49-F238E27FC236}">
                <a16:creationId xmlns:a16="http://schemas.microsoft.com/office/drawing/2014/main" id="{25F77AEB-80FF-FF78-A516-8FFBD134721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889525" y="3755893"/>
            <a:ext cx="2892279" cy="1231640"/>
          </a:xfrm>
          <a:prstGeom prst="rect">
            <a:avLst/>
          </a:prstGeom>
        </p:spPr>
      </p:pic>
      <p:pic>
        <p:nvPicPr>
          <p:cNvPr id="5" name="Elemento grafico 4">
            <a:extLst>
              <a:ext uri="{FF2B5EF4-FFF2-40B4-BE49-F238E27FC236}">
                <a16:creationId xmlns:a16="http://schemas.microsoft.com/office/drawing/2014/main" id="{F2DB8EFC-3F55-B26D-53B0-D5DBDD5AB40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50464" y="247135"/>
            <a:ext cx="2244840" cy="448414"/>
          </a:xfrm>
          <a:prstGeom prst="rect">
            <a:avLst/>
          </a:prstGeom>
        </p:spPr>
      </p:pic>
      <p:pic>
        <p:nvPicPr>
          <p:cNvPr id="4" name="Immagine 3">
            <a:extLst>
              <a:ext uri="{FF2B5EF4-FFF2-40B4-BE49-F238E27FC236}">
                <a16:creationId xmlns:a16="http://schemas.microsoft.com/office/drawing/2014/main" id="{D6725B9B-085B-2142-6D6D-514477F6681D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146215" y="166254"/>
            <a:ext cx="1047431" cy="556044"/>
          </a:xfrm>
          <a:prstGeom prst="rect">
            <a:avLst/>
          </a:prstGeom>
          <a:ln>
            <a:noFill/>
          </a:ln>
        </p:spPr>
      </p:pic>
      <p:pic>
        <p:nvPicPr>
          <p:cNvPr id="8" name="Immagine 7">
            <a:extLst>
              <a:ext uri="{FF2B5EF4-FFF2-40B4-BE49-F238E27FC236}">
                <a16:creationId xmlns:a16="http://schemas.microsoft.com/office/drawing/2014/main" id="{C357C695-2103-3351-D0EA-A9B55392DF70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biLevel thresh="25000"/>
          </a:blip>
          <a:stretch>
            <a:fillRect/>
          </a:stretch>
        </p:blipFill>
        <p:spPr>
          <a:xfrm>
            <a:off x="3533986" y="253123"/>
            <a:ext cx="1394270" cy="418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68353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_principale_o_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3E86A888-1779-450A-4C16-1E97B2AB818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-26962" y="1281531"/>
            <a:ext cx="9215860" cy="3959940"/>
          </a:xfrm>
          <a:prstGeom prst="rect">
            <a:avLst/>
          </a:prstGeom>
        </p:spPr>
      </p:pic>
      <p:sp>
        <p:nvSpPr>
          <p:cNvPr id="2" name="Titolo 1"/>
          <p:cNvSpPr>
            <a:spLocks noGrp="1"/>
          </p:cNvSpPr>
          <p:nvPr>
            <p:ph type="ctrTitle" hasCustomPrompt="1"/>
          </p:nvPr>
        </p:nvSpPr>
        <p:spPr>
          <a:xfrm>
            <a:off x="1380565" y="1849500"/>
            <a:ext cx="6400800" cy="528350"/>
          </a:xfrm>
          <a:prstGeom prst="rect">
            <a:avLst/>
          </a:prstGeom>
        </p:spPr>
        <p:txBody>
          <a:bodyPr anchor="t" anchorCtr="0">
            <a:spAutoFit/>
          </a:bodyPr>
          <a:lstStyle>
            <a:lvl1pPr>
              <a:lnSpc>
                <a:spcPts val="3360"/>
              </a:lnSpc>
              <a:defRPr sz="3400" b="1" i="0">
                <a:solidFill>
                  <a:schemeClr val="bg1"/>
                </a:solidFill>
                <a:latin typeface="Helvetica Neue"/>
                <a:cs typeface="Helvetica Neue"/>
              </a:defRPr>
            </a:lvl1pPr>
          </a:lstStyle>
          <a:p>
            <a:r>
              <a:rPr lang="it-IT" dirty="0"/>
              <a:t>Big </a:t>
            </a:r>
            <a:r>
              <a:rPr lang="it-IT" dirty="0" err="1"/>
              <a:t>title</a:t>
            </a:r>
            <a:endParaRPr lang="it-IT" dirty="0"/>
          </a:p>
        </p:txBody>
      </p:sp>
      <p:sp>
        <p:nvSpPr>
          <p:cNvPr id="3" name="Sottotitolo 2"/>
          <p:cNvSpPr>
            <a:spLocks noGrp="1"/>
          </p:cNvSpPr>
          <p:nvPr>
            <p:ph type="subTitle" idx="1" hasCustomPrompt="1"/>
          </p:nvPr>
        </p:nvSpPr>
        <p:spPr>
          <a:xfrm>
            <a:off x="1380565" y="2571750"/>
            <a:ext cx="6400800" cy="1778818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342882" rtl="0" eaLnBrk="1" fontAlgn="auto" latinLnBrk="0" hangingPunct="1">
              <a:lnSpc>
                <a:spcPts val="234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800" b="0" i="0">
                <a:solidFill>
                  <a:srgbClr val="FFFFFF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defRPr>
            </a:lvl1pPr>
            <a:lvl2pPr marL="3428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7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64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5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4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29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1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06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marR="0" lvl="0" indent="0" algn="l" defTabSz="342882" rtl="0" eaLnBrk="1" fontAlgn="auto" latinLnBrk="0" hangingPunct="1">
              <a:lnSpc>
                <a:spcPts val="234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it-IT" dirty="0"/>
              <a:t>Small </a:t>
            </a:r>
            <a:r>
              <a:rPr lang="it-IT" dirty="0" err="1"/>
              <a:t>title</a:t>
            </a:r>
            <a:endParaRPr lang="it-IT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70FF5B75-077D-2BAA-E408-86EB4EAFFA0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17993" y="66308"/>
            <a:ext cx="2976491" cy="1172557"/>
          </a:xfrm>
          <a:prstGeom prst="rect">
            <a:avLst/>
          </a:prstGeom>
        </p:spPr>
      </p:pic>
      <p:grpSp>
        <p:nvGrpSpPr>
          <p:cNvPr id="4" name="Gruppo 3">
            <a:extLst>
              <a:ext uri="{FF2B5EF4-FFF2-40B4-BE49-F238E27FC236}">
                <a16:creationId xmlns:a16="http://schemas.microsoft.com/office/drawing/2014/main" id="{2D46444B-38AF-F7F8-6BBD-5A1B10347E9A}"/>
              </a:ext>
            </a:extLst>
          </p:cNvPr>
          <p:cNvGrpSpPr/>
          <p:nvPr userDrawn="1"/>
        </p:nvGrpSpPr>
        <p:grpSpPr>
          <a:xfrm>
            <a:off x="3809334" y="373487"/>
            <a:ext cx="5116673" cy="558197"/>
            <a:chOff x="3883830" y="344864"/>
            <a:chExt cx="5042177" cy="550070"/>
          </a:xfrm>
        </p:grpSpPr>
        <p:pic>
          <p:nvPicPr>
            <p:cNvPr id="6" name="Elemento grafico 5">
              <a:extLst>
                <a:ext uri="{FF2B5EF4-FFF2-40B4-BE49-F238E27FC236}">
                  <a16:creationId xmlns:a16="http://schemas.microsoft.com/office/drawing/2014/main" id="{2942E090-BF70-5F5D-5C7C-76AC1659E512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682893" y="428551"/>
              <a:ext cx="2243114" cy="448069"/>
            </a:xfrm>
            <a:prstGeom prst="rect">
              <a:avLst/>
            </a:prstGeom>
          </p:spPr>
        </p:pic>
        <p:pic>
          <p:nvPicPr>
            <p:cNvPr id="7" name="Immagine 6">
              <a:extLst>
                <a:ext uri="{FF2B5EF4-FFF2-40B4-BE49-F238E27FC236}">
                  <a16:creationId xmlns:a16="http://schemas.microsoft.com/office/drawing/2014/main" id="{9E5B447D-EE1B-00AA-07B9-C993EE0CC97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duotone>
                <a:prstClr val="black"/>
                <a:srgbClr val="525351">
                  <a:tint val="45000"/>
                  <a:satMod val="400000"/>
                </a:srgbClr>
              </a:duotone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sharpenSoften amount="-25000"/>
                      </a14:imgEffect>
                      <a14:imgEffect>
                        <a14:brightnessContrast bright="40000" contrast="-4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431429" y="344864"/>
              <a:ext cx="1036178" cy="55007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8" name="Immagine 7">
              <a:extLst>
                <a:ext uri="{FF2B5EF4-FFF2-40B4-BE49-F238E27FC236}">
                  <a16:creationId xmlns:a16="http://schemas.microsoft.com/office/drawing/2014/main" id="{4AF6EE7D-2C43-0A6D-FB75-A0A943835CD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7">
              <a:duotone>
                <a:prstClr val="black"/>
                <a:srgbClr val="525351">
                  <a:tint val="45000"/>
                  <a:satMod val="400000"/>
                </a:srgbClr>
              </a:duotone>
            </a:blip>
            <a:stretch>
              <a:fillRect/>
            </a:stretch>
          </p:blipFill>
          <p:spPr>
            <a:xfrm>
              <a:off x="3883830" y="410561"/>
              <a:ext cx="1394270" cy="41867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9960222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sto_norm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 hasCustomPrompt="1"/>
          </p:nvPr>
        </p:nvSpPr>
        <p:spPr>
          <a:xfrm>
            <a:off x="190997" y="229500"/>
            <a:ext cx="8761179" cy="386100"/>
          </a:xfrm>
          <a:prstGeom prst="rect">
            <a:avLst/>
          </a:prstGeom>
        </p:spPr>
        <p:txBody>
          <a:bodyPr anchor="ctr" anchorCtr="0"/>
          <a:lstStyle>
            <a:lvl1pPr>
              <a:defRPr b="1" i="0">
                <a:solidFill>
                  <a:schemeClr val="tx1"/>
                </a:solidFill>
                <a:latin typeface="Helvetica Neue"/>
                <a:cs typeface="Helvetica Neue"/>
              </a:defRPr>
            </a:lvl1pPr>
          </a:lstStyle>
          <a:p>
            <a:r>
              <a:rPr lang="it-IT" dirty="0"/>
              <a:t>Fare clic per modificare stile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190997" y="1345580"/>
            <a:ext cx="8761180" cy="3098622"/>
          </a:xfrm>
          <a:prstGeom prst="rect">
            <a:avLst/>
          </a:prstGeom>
        </p:spPr>
        <p:txBody>
          <a:bodyPr numCol="1" spcCol="360000">
            <a:normAutofit/>
          </a:bodyPr>
          <a:lstStyle>
            <a:lvl1pPr marL="0" marR="0" indent="0" algn="just" defTabSz="34288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800" b="0" i="0">
                <a:solidFill>
                  <a:schemeClr val="tx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/>
              </a:defRPr>
            </a:lvl1pPr>
          </a:lstStyle>
          <a:p>
            <a:pPr marL="0" marR="0" lvl="0" indent="0" algn="just" defTabSz="34288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it-IT" dirty="0"/>
              <a:t>Fare clic per modificare gli stili del testo </a:t>
            </a:r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>
          <a:xfrm>
            <a:off x="8611202" y="4729759"/>
            <a:ext cx="340975" cy="273844"/>
          </a:xfrm>
          <a:prstGeom prst="rect">
            <a:avLst/>
          </a:prstGeom>
        </p:spPr>
        <p:txBody>
          <a:bodyPr anchor="t" anchorCtr="0"/>
          <a:lstStyle>
            <a:lvl1pPr>
              <a:defRPr sz="675" b="0" i="0">
                <a:solidFill>
                  <a:schemeClr val="tx1">
                    <a:lumMod val="50000"/>
                    <a:lumOff val="50000"/>
                  </a:schemeClr>
                </a:solidFill>
                <a:latin typeface="Helvetica Neue Light"/>
                <a:cs typeface="Helvetica Neue Light"/>
              </a:defRPr>
            </a:lvl1pPr>
          </a:lstStyle>
          <a:p>
            <a:fld id="{E0F8B7D7-B5E3-644D-9856-CC0934E69055}" type="slidenum">
              <a:rPr lang="it-IT" smtClean="0"/>
              <a:pPr/>
              <a:t>‹N›</a:t>
            </a:fld>
            <a:endParaRPr lang="it-IT" dirty="0"/>
          </a:p>
        </p:txBody>
      </p:sp>
      <p:sp>
        <p:nvSpPr>
          <p:cNvPr id="8" name="Segnaposto testo 7"/>
          <p:cNvSpPr>
            <a:spLocks noGrp="1"/>
          </p:cNvSpPr>
          <p:nvPr>
            <p:ph type="body" sz="quarter" idx="13" hasCustomPrompt="1"/>
          </p:nvPr>
        </p:nvSpPr>
        <p:spPr>
          <a:xfrm>
            <a:off x="190998" y="631800"/>
            <a:ext cx="8761178" cy="245700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>
              <a:buNone/>
              <a:defRPr sz="1951" b="0" i="0">
                <a:solidFill>
                  <a:schemeClr val="tx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/>
              </a:defRPr>
            </a:lvl1pPr>
          </a:lstStyle>
          <a:p>
            <a:pPr lvl="0"/>
            <a:r>
              <a:rPr lang="it-IT" dirty="0"/>
              <a:t>Sottotitolo</a:t>
            </a:r>
          </a:p>
        </p:txBody>
      </p:sp>
      <p:sp>
        <p:nvSpPr>
          <p:cNvPr id="4" name="Segnaposto numero diapositiva 5">
            <a:extLst>
              <a:ext uri="{FF2B5EF4-FFF2-40B4-BE49-F238E27FC236}">
                <a16:creationId xmlns:a16="http://schemas.microsoft.com/office/drawing/2014/main" id="{5AE2346B-DE7D-97EA-B1E6-B0C5F62EA1F6}"/>
              </a:ext>
            </a:extLst>
          </p:cNvPr>
          <p:cNvSpPr txBox="1">
            <a:spLocks/>
          </p:cNvSpPr>
          <p:nvPr userDrawn="1"/>
        </p:nvSpPr>
        <p:spPr>
          <a:xfrm>
            <a:off x="8611202" y="4729759"/>
            <a:ext cx="340975" cy="273844"/>
          </a:xfrm>
          <a:prstGeom prst="rect">
            <a:avLst/>
          </a:prstGeom>
        </p:spPr>
        <p:txBody>
          <a:bodyPr anchor="t" anchorCtr="0"/>
          <a:lstStyle>
            <a:defPPr>
              <a:defRPr lang="it-IT"/>
            </a:defPPr>
            <a:lvl1pPr marL="0" algn="l" defTabSz="457200" rtl="0" eaLnBrk="1" latinLnBrk="0" hangingPunct="1">
              <a:defRPr sz="675" b="0" i="0" kern="1200">
                <a:solidFill>
                  <a:schemeClr val="tx1">
                    <a:lumMod val="50000"/>
                    <a:lumOff val="50000"/>
                  </a:schemeClr>
                </a:solidFill>
                <a:latin typeface="Helvetica Neue Light"/>
                <a:ea typeface="+mn-ea"/>
                <a:cs typeface="Helvetica Neue Light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0F8B7D7-B5E3-644D-9856-CC0934E69055}" type="slidenum">
              <a:rPr lang="it-IT" sz="675" smtClean="0"/>
              <a:pPr/>
              <a:t>‹N›</a:t>
            </a:fld>
            <a:endParaRPr lang="it-IT" sz="675" dirty="0"/>
          </a:p>
        </p:txBody>
      </p:sp>
      <p:sp>
        <p:nvSpPr>
          <p:cNvPr id="7" name="Segnaposto piè di pagina 4">
            <a:extLst>
              <a:ext uri="{FF2B5EF4-FFF2-40B4-BE49-F238E27FC236}">
                <a16:creationId xmlns:a16="http://schemas.microsoft.com/office/drawing/2014/main" id="{97071353-CA1C-A932-7BC0-5948179A23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524959" y="4729759"/>
            <a:ext cx="2946918" cy="273844"/>
          </a:xfrm>
          <a:prstGeom prst="rect">
            <a:avLst/>
          </a:prstGeom>
        </p:spPr>
        <p:txBody>
          <a:bodyPr anchor="t" anchorCtr="0"/>
          <a:lstStyle>
            <a:lvl1pPr algn="l">
              <a:defRPr sz="751" b="0" i="0">
                <a:solidFill>
                  <a:schemeClr val="tx1"/>
                </a:solidFill>
                <a:latin typeface="Helvetica Neue Light"/>
                <a:cs typeface="Helvetica Neue Light"/>
              </a:defRPr>
            </a:lvl1pPr>
          </a:lstStyle>
          <a:p>
            <a:r>
              <a:rPr lang="it-IT" dirty="0"/>
              <a:t>Nome insegnamento / tuo nome</a:t>
            </a:r>
          </a:p>
        </p:txBody>
      </p:sp>
      <p:pic>
        <p:nvPicPr>
          <p:cNvPr id="11" name="Picture 11" descr="A red letter on a black background&#10;&#10;AI-generated content may be incorrect.">
            <a:extLst>
              <a:ext uri="{FF2B5EF4-FFF2-40B4-BE49-F238E27FC236}">
                <a16:creationId xmlns:a16="http://schemas.microsoft.com/office/drawing/2014/main" id="{8323045D-AD19-91A3-0516-2DE82CCB2AC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90998" y="4706106"/>
            <a:ext cx="1053076" cy="258173"/>
          </a:xfrm>
          <a:prstGeom prst="rect">
            <a:avLst/>
          </a:prstGeom>
        </p:spPr>
      </p:pic>
      <p:grpSp>
        <p:nvGrpSpPr>
          <p:cNvPr id="5" name="Gruppo 4">
            <a:extLst>
              <a:ext uri="{FF2B5EF4-FFF2-40B4-BE49-F238E27FC236}">
                <a16:creationId xmlns:a16="http://schemas.microsoft.com/office/drawing/2014/main" id="{0EBD6A5E-D1AA-A81A-0979-3FCE29A09FED}"/>
              </a:ext>
            </a:extLst>
          </p:cNvPr>
          <p:cNvGrpSpPr/>
          <p:nvPr userDrawn="1"/>
        </p:nvGrpSpPr>
        <p:grpSpPr>
          <a:xfrm>
            <a:off x="1383399" y="4706106"/>
            <a:ext cx="2510171" cy="273844"/>
            <a:chOff x="3883830" y="344864"/>
            <a:chExt cx="5042177" cy="550070"/>
          </a:xfrm>
        </p:grpSpPr>
        <p:pic>
          <p:nvPicPr>
            <p:cNvPr id="9" name="Elemento grafico 8">
              <a:extLst>
                <a:ext uri="{FF2B5EF4-FFF2-40B4-BE49-F238E27FC236}">
                  <a16:creationId xmlns:a16="http://schemas.microsoft.com/office/drawing/2014/main" id="{FEDBAA81-B089-F751-1E08-D32B2C954AD4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682893" y="428551"/>
              <a:ext cx="2243114" cy="448069"/>
            </a:xfrm>
            <a:prstGeom prst="rect">
              <a:avLst/>
            </a:prstGeom>
          </p:spPr>
        </p:pic>
        <p:pic>
          <p:nvPicPr>
            <p:cNvPr id="10" name="Immagine 9">
              <a:extLst>
                <a:ext uri="{FF2B5EF4-FFF2-40B4-BE49-F238E27FC236}">
                  <a16:creationId xmlns:a16="http://schemas.microsoft.com/office/drawing/2014/main" id="{A81B6782-D0DA-2969-C98E-B6A0B2F19A2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duotone>
                <a:prstClr val="black"/>
                <a:srgbClr val="525351">
                  <a:tint val="45000"/>
                  <a:satMod val="400000"/>
                </a:srgbClr>
              </a:duotone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sharpenSoften amount="-25000"/>
                      </a14:imgEffect>
                      <a14:imgEffect>
                        <a14:brightnessContrast bright="40000" contrast="-4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431429" y="344864"/>
              <a:ext cx="1036178" cy="55007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12" name="Immagine 11">
              <a:extLst>
                <a:ext uri="{FF2B5EF4-FFF2-40B4-BE49-F238E27FC236}">
                  <a16:creationId xmlns:a16="http://schemas.microsoft.com/office/drawing/2014/main" id="{CB57D032-E60B-8CC1-BE2C-598D20E9510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>
              <a:duotone>
                <a:prstClr val="black"/>
                <a:srgbClr val="525351">
                  <a:tint val="45000"/>
                  <a:satMod val="400000"/>
                </a:srgbClr>
              </a:duotone>
            </a:blip>
            <a:stretch>
              <a:fillRect/>
            </a:stretch>
          </p:blipFill>
          <p:spPr>
            <a:xfrm>
              <a:off x="3883830" y="410561"/>
              <a:ext cx="1394270" cy="41867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264755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sto_a_due_colon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 hasCustomPrompt="1"/>
          </p:nvPr>
        </p:nvSpPr>
        <p:spPr>
          <a:xfrm>
            <a:off x="190997" y="229500"/>
            <a:ext cx="8761179" cy="386100"/>
          </a:xfrm>
          <a:prstGeom prst="rect">
            <a:avLst/>
          </a:prstGeom>
        </p:spPr>
        <p:txBody>
          <a:bodyPr anchor="ctr" anchorCtr="0"/>
          <a:lstStyle>
            <a:lvl1pPr>
              <a:defRPr b="1" i="0">
                <a:solidFill>
                  <a:schemeClr val="tx1"/>
                </a:solidFill>
                <a:latin typeface="Helvetica Neue"/>
                <a:cs typeface="Helvetica Neue"/>
              </a:defRPr>
            </a:lvl1pPr>
          </a:lstStyle>
          <a:p>
            <a:r>
              <a:rPr lang="it-IT" dirty="0"/>
              <a:t>Fare clic per modificare stile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 hasCustomPrompt="1"/>
          </p:nvPr>
        </p:nvSpPr>
        <p:spPr>
          <a:xfrm>
            <a:off x="190997" y="1345580"/>
            <a:ext cx="8761180" cy="3098622"/>
          </a:xfrm>
          <a:prstGeom prst="rect">
            <a:avLst/>
          </a:prstGeom>
        </p:spPr>
        <p:txBody>
          <a:bodyPr numCol="2" spcCol="360000">
            <a:normAutofit/>
          </a:bodyPr>
          <a:lstStyle>
            <a:lvl1pPr marL="0" marR="0" indent="0" algn="just" defTabSz="34288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800" b="0" i="0">
                <a:solidFill>
                  <a:schemeClr val="tx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/>
              </a:defRPr>
            </a:lvl1pPr>
          </a:lstStyle>
          <a:p>
            <a:pPr marL="0" marR="0" lvl="0" indent="0" algn="just" defTabSz="34288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it-IT" dirty="0"/>
              <a:t>Fare clic per modificare gli stili del testo a due colonne </a:t>
            </a:r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>
          <a:xfrm>
            <a:off x="8611202" y="4729759"/>
            <a:ext cx="340975" cy="273844"/>
          </a:xfrm>
          <a:prstGeom prst="rect">
            <a:avLst/>
          </a:prstGeom>
        </p:spPr>
        <p:txBody>
          <a:bodyPr anchor="t" anchorCtr="0"/>
          <a:lstStyle>
            <a:lvl1pPr>
              <a:defRPr sz="675" b="0" i="0">
                <a:solidFill>
                  <a:schemeClr val="tx1">
                    <a:lumMod val="50000"/>
                    <a:lumOff val="50000"/>
                  </a:schemeClr>
                </a:solidFill>
                <a:latin typeface="Helvetica Neue Light"/>
                <a:cs typeface="Helvetica Neue Light"/>
              </a:defRPr>
            </a:lvl1pPr>
          </a:lstStyle>
          <a:p>
            <a:fld id="{E0F8B7D7-B5E3-644D-9856-CC0934E69055}" type="slidenum">
              <a:rPr lang="it-IT" smtClean="0"/>
              <a:pPr/>
              <a:t>‹N›</a:t>
            </a:fld>
            <a:endParaRPr lang="it-IT" dirty="0"/>
          </a:p>
        </p:txBody>
      </p:sp>
      <p:sp>
        <p:nvSpPr>
          <p:cNvPr id="8" name="Segnaposto testo 7"/>
          <p:cNvSpPr>
            <a:spLocks noGrp="1"/>
          </p:cNvSpPr>
          <p:nvPr>
            <p:ph type="body" sz="quarter" idx="13" hasCustomPrompt="1"/>
          </p:nvPr>
        </p:nvSpPr>
        <p:spPr>
          <a:xfrm>
            <a:off x="190998" y="631800"/>
            <a:ext cx="8761178" cy="245700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>
              <a:buNone/>
              <a:defRPr sz="1951" b="0" i="0">
                <a:solidFill>
                  <a:schemeClr val="tx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/>
              </a:defRPr>
            </a:lvl1pPr>
          </a:lstStyle>
          <a:p>
            <a:pPr lvl="0"/>
            <a:r>
              <a:rPr lang="it-IT" dirty="0"/>
              <a:t>Sottotitolo</a:t>
            </a:r>
          </a:p>
        </p:txBody>
      </p:sp>
      <p:sp>
        <p:nvSpPr>
          <p:cNvPr id="4" name="Segnaposto numero diapositiva 5">
            <a:extLst>
              <a:ext uri="{FF2B5EF4-FFF2-40B4-BE49-F238E27FC236}">
                <a16:creationId xmlns:a16="http://schemas.microsoft.com/office/drawing/2014/main" id="{5AE2346B-DE7D-97EA-B1E6-B0C5F62EA1F6}"/>
              </a:ext>
            </a:extLst>
          </p:cNvPr>
          <p:cNvSpPr txBox="1">
            <a:spLocks/>
          </p:cNvSpPr>
          <p:nvPr userDrawn="1"/>
        </p:nvSpPr>
        <p:spPr>
          <a:xfrm>
            <a:off x="8611202" y="4729759"/>
            <a:ext cx="340975" cy="273844"/>
          </a:xfrm>
          <a:prstGeom prst="rect">
            <a:avLst/>
          </a:prstGeom>
        </p:spPr>
        <p:txBody>
          <a:bodyPr anchor="t" anchorCtr="0"/>
          <a:lstStyle>
            <a:defPPr>
              <a:defRPr lang="it-IT"/>
            </a:defPPr>
            <a:lvl1pPr marL="0" algn="l" defTabSz="457200" rtl="0" eaLnBrk="1" latinLnBrk="0" hangingPunct="1">
              <a:defRPr sz="675" b="0" i="0" kern="1200">
                <a:solidFill>
                  <a:schemeClr val="tx1">
                    <a:lumMod val="50000"/>
                    <a:lumOff val="50000"/>
                  </a:schemeClr>
                </a:solidFill>
                <a:latin typeface="Helvetica Neue Light"/>
                <a:ea typeface="+mn-ea"/>
                <a:cs typeface="Helvetica Neue Light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0F8B7D7-B5E3-644D-9856-CC0934E69055}" type="slidenum">
              <a:rPr lang="it-IT" sz="675" smtClean="0"/>
              <a:pPr/>
              <a:t>‹N›</a:t>
            </a:fld>
            <a:endParaRPr lang="it-IT" sz="675" dirty="0"/>
          </a:p>
        </p:txBody>
      </p:sp>
      <p:sp>
        <p:nvSpPr>
          <p:cNvPr id="7" name="Segnaposto piè di pagina 4">
            <a:extLst>
              <a:ext uri="{FF2B5EF4-FFF2-40B4-BE49-F238E27FC236}">
                <a16:creationId xmlns:a16="http://schemas.microsoft.com/office/drawing/2014/main" id="{97071353-CA1C-A932-7BC0-5948179A23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524959" y="4729759"/>
            <a:ext cx="2946918" cy="273844"/>
          </a:xfrm>
          <a:prstGeom prst="rect">
            <a:avLst/>
          </a:prstGeom>
        </p:spPr>
        <p:txBody>
          <a:bodyPr anchor="t" anchorCtr="0"/>
          <a:lstStyle>
            <a:lvl1pPr algn="l">
              <a:defRPr sz="751" b="0" i="0">
                <a:solidFill>
                  <a:schemeClr val="tx1"/>
                </a:solidFill>
                <a:latin typeface="Helvetica Neue Light"/>
                <a:cs typeface="Helvetica Neue Light"/>
              </a:defRPr>
            </a:lvl1pPr>
          </a:lstStyle>
          <a:p>
            <a:r>
              <a:rPr lang="it-IT" dirty="0"/>
              <a:t>Nome insegnamento / tuo nome</a:t>
            </a:r>
          </a:p>
        </p:txBody>
      </p:sp>
      <p:pic>
        <p:nvPicPr>
          <p:cNvPr id="11" name="Picture 11" descr="A red letter on a black background&#10;&#10;AI-generated content may be incorrect.">
            <a:extLst>
              <a:ext uri="{FF2B5EF4-FFF2-40B4-BE49-F238E27FC236}">
                <a16:creationId xmlns:a16="http://schemas.microsoft.com/office/drawing/2014/main" id="{8323045D-AD19-91A3-0516-2DE82CCB2AC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90998" y="4706106"/>
            <a:ext cx="1053076" cy="258173"/>
          </a:xfrm>
          <a:prstGeom prst="rect">
            <a:avLst/>
          </a:prstGeom>
        </p:spPr>
      </p:pic>
      <p:grpSp>
        <p:nvGrpSpPr>
          <p:cNvPr id="13" name="Gruppo 12">
            <a:extLst>
              <a:ext uri="{FF2B5EF4-FFF2-40B4-BE49-F238E27FC236}">
                <a16:creationId xmlns:a16="http://schemas.microsoft.com/office/drawing/2014/main" id="{D3479BB7-3C5B-794D-A1EC-1D9CB9B5CFAD}"/>
              </a:ext>
            </a:extLst>
          </p:cNvPr>
          <p:cNvGrpSpPr/>
          <p:nvPr userDrawn="1"/>
        </p:nvGrpSpPr>
        <p:grpSpPr>
          <a:xfrm>
            <a:off x="1383399" y="4706106"/>
            <a:ext cx="2510171" cy="273844"/>
            <a:chOff x="3883830" y="344864"/>
            <a:chExt cx="5042177" cy="550070"/>
          </a:xfrm>
        </p:grpSpPr>
        <p:pic>
          <p:nvPicPr>
            <p:cNvPr id="14" name="Elemento grafico 13">
              <a:extLst>
                <a:ext uri="{FF2B5EF4-FFF2-40B4-BE49-F238E27FC236}">
                  <a16:creationId xmlns:a16="http://schemas.microsoft.com/office/drawing/2014/main" id="{774A9A53-ED3C-B99D-0839-DD304B0EFA4E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682893" y="428551"/>
              <a:ext cx="2243114" cy="448069"/>
            </a:xfrm>
            <a:prstGeom prst="rect">
              <a:avLst/>
            </a:prstGeom>
          </p:spPr>
        </p:pic>
        <p:pic>
          <p:nvPicPr>
            <p:cNvPr id="15" name="Immagine 14">
              <a:extLst>
                <a:ext uri="{FF2B5EF4-FFF2-40B4-BE49-F238E27FC236}">
                  <a16:creationId xmlns:a16="http://schemas.microsoft.com/office/drawing/2014/main" id="{0E76D4CB-C2D6-FC17-7F54-3435854C628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duotone>
                <a:prstClr val="black"/>
                <a:srgbClr val="525351">
                  <a:tint val="45000"/>
                  <a:satMod val="400000"/>
                </a:srgbClr>
              </a:duotone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sharpenSoften amount="-25000"/>
                      </a14:imgEffect>
                      <a14:imgEffect>
                        <a14:brightnessContrast bright="40000" contrast="-4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431429" y="344864"/>
              <a:ext cx="1036178" cy="55007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16" name="Immagine 15">
              <a:extLst>
                <a:ext uri="{FF2B5EF4-FFF2-40B4-BE49-F238E27FC236}">
                  <a16:creationId xmlns:a16="http://schemas.microsoft.com/office/drawing/2014/main" id="{EC65F649-39D1-A7D5-31E3-3AB2DEDB684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>
              <a:duotone>
                <a:prstClr val="black"/>
                <a:srgbClr val="525351">
                  <a:tint val="45000"/>
                  <a:satMod val="400000"/>
                </a:srgbClr>
              </a:duotone>
            </a:blip>
            <a:stretch>
              <a:fillRect/>
            </a:stretch>
          </p:blipFill>
          <p:spPr>
            <a:xfrm>
              <a:off x="3883830" y="410561"/>
              <a:ext cx="1394270" cy="41867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4009007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el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 hasCustomPrompt="1"/>
          </p:nvPr>
        </p:nvSpPr>
        <p:spPr>
          <a:xfrm>
            <a:off x="190997" y="229500"/>
            <a:ext cx="8761179" cy="386100"/>
          </a:xfrm>
          <a:prstGeom prst="rect">
            <a:avLst/>
          </a:prstGeom>
        </p:spPr>
        <p:txBody>
          <a:bodyPr anchor="ctr" anchorCtr="0"/>
          <a:lstStyle>
            <a:lvl1pPr>
              <a:defRPr b="1" i="0">
                <a:solidFill>
                  <a:schemeClr val="tx1"/>
                </a:solidFill>
                <a:latin typeface="Helvetica Neue"/>
                <a:cs typeface="Helvetica Neue"/>
              </a:defRPr>
            </a:lvl1pPr>
          </a:lstStyle>
          <a:p>
            <a:r>
              <a:rPr lang="it-IT" dirty="0"/>
              <a:t>Fare clic per modificare stile</a:t>
            </a:r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>
          <a:xfrm>
            <a:off x="8611202" y="4729759"/>
            <a:ext cx="340975" cy="273844"/>
          </a:xfrm>
          <a:prstGeom prst="rect">
            <a:avLst/>
          </a:prstGeom>
        </p:spPr>
        <p:txBody>
          <a:bodyPr anchor="t" anchorCtr="0"/>
          <a:lstStyle>
            <a:lvl1pPr>
              <a:defRPr sz="675" b="0" i="0">
                <a:solidFill>
                  <a:schemeClr val="tx1">
                    <a:lumMod val="50000"/>
                    <a:lumOff val="50000"/>
                  </a:schemeClr>
                </a:solidFill>
                <a:latin typeface="Helvetica Neue Light"/>
                <a:cs typeface="Helvetica Neue Light"/>
              </a:defRPr>
            </a:lvl1pPr>
          </a:lstStyle>
          <a:p>
            <a:fld id="{E0F8B7D7-B5E3-644D-9856-CC0934E69055}" type="slidenum">
              <a:rPr lang="it-IT" smtClean="0"/>
              <a:pPr/>
              <a:t>‹N›</a:t>
            </a:fld>
            <a:endParaRPr lang="it-IT" dirty="0"/>
          </a:p>
        </p:txBody>
      </p:sp>
      <p:sp>
        <p:nvSpPr>
          <p:cNvPr id="8" name="Segnaposto testo 7"/>
          <p:cNvSpPr>
            <a:spLocks noGrp="1"/>
          </p:cNvSpPr>
          <p:nvPr>
            <p:ph type="body" sz="quarter" idx="13" hasCustomPrompt="1"/>
          </p:nvPr>
        </p:nvSpPr>
        <p:spPr>
          <a:xfrm>
            <a:off x="190998" y="631800"/>
            <a:ext cx="8761178" cy="245700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>
              <a:buNone/>
              <a:defRPr sz="1951" b="0" i="0">
                <a:solidFill>
                  <a:schemeClr val="tx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/>
              </a:defRPr>
            </a:lvl1pPr>
          </a:lstStyle>
          <a:p>
            <a:pPr lvl="0"/>
            <a:r>
              <a:rPr lang="it-IT" dirty="0"/>
              <a:t>Sottotitolo</a:t>
            </a:r>
          </a:p>
        </p:txBody>
      </p:sp>
      <p:sp>
        <p:nvSpPr>
          <p:cNvPr id="4" name="Segnaposto numero diapositiva 5">
            <a:extLst>
              <a:ext uri="{FF2B5EF4-FFF2-40B4-BE49-F238E27FC236}">
                <a16:creationId xmlns:a16="http://schemas.microsoft.com/office/drawing/2014/main" id="{5AE2346B-DE7D-97EA-B1E6-B0C5F62EA1F6}"/>
              </a:ext>
            </a:extLst>
          </p:cNvPr>
          <p:cNvSpPr txBox="1">
            <a:spLocks/>
          </p:cNvSpPr>
          <p:nvPr userDrawn="1"/>
        </p:nvSpPr>
        <p:spPr>
          <a:xfrm>
            <a:off x="8611202" y="4729759"/>
            <a:ext cx="340975" cy="273844"/>
          </a:xfrm>
          <a:prstGeom prst="rect">
            <a:avLst/>
          </a:prstGeom>
        </p:spPr>
        <p:txBody>
          <a:bodyPr anchor="t" anchorCtr="0"/>
          <a:lstStyle>
            <a:defPPr>
              <a:defRPr lang="it-IT"/>
            </a:defPPr>
            <a:lvl1pPr marL="0" algn="l" defTabSz="457200" rtl="0" eaLnBrk="1" latinLnBrk="0" hangingPunct="1">
              <a:defRPr sz="675" b="0" i="0" kern="1200">
                <a:solidFill>
                  <a:schemeClr val="tx1">
                    <a:lumMod val="50000"/>
                    <a:lumOff val="50000"/>
                  </a:schemeClr>
                </a:solidFill>
                <a:latin typeface="Helvetica Neue Light"/>
                <a:ea typeface="+mn-ea"/>
                <a:cs typeface="Helvetica Neue Light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0F8B7D7-B5E3-644D-9856-CC0934E69055}" type="slidenum">
              <a:rPr lang="it-IT" sz="675" smtClean="0"/>
              <a:pPr/>
              <a:t>‹N›</a:t>
            </a:fld>
            <a:endParaRPr lang="it-IT" sz="675" dirty="0"/>
          </a:p>
        </p:txBody>
      </p:sp>
      <p:sp>
        <p:nvSpPr>
          <p:cNvPr id="7" name="Segnaposto piè di pagina 4">
            <a:extLst>
              <a:ext uri="{FF2B5EF4-FFF2-40B4-BE49-F238E27FC236}">
                <a16:creationId xmlns:a16="http://schemas.microsoft.com/office/drawing/2014/main" id="{97071353-CA1C-A932-7BC0-5948179A23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524959" y="4729759"/>
            <a:ext cx="2946918" cy="273844"/>
          </a:xfrm>
          <a:prstGeom prst="rect">
            <a:avLst/>
          </a:prstGeom>
        </p:spPr>
        <p:txBody>
          <a:bodyPr anchor="t" anchorCtr="0"/>
          <a:lstStyle>
            <a:lvl1pPr algn="l">
              <a:defRPr sz="751" b="0" i="0">
                <a:solidFill>
                  <a:schemeClr val="tx1"/>
                </a:solidFill>
                <a:latin typeface="Helvetica Neue Light"/>
                <a:cs typeface="Helvetica Neue Light"/>
              </a:defRPr>
            </a:lvl1pPr>
          </a:lstStyle>
          <a:p>
            <a:r>
              <a:rPr lang="it-IT" dirty="0"/>
              <a:t>Nome insegnamento / tuo nome</a:t>
            </a:r>
          </a:p>
        </p:txBody>
      </p:sp>
      <p:pic>
        <p:nvPicPr>
          <p:cNvPr id="11" name="Picture 11" descr="A red letter on a black background&#10;&#10;AI-generated content may be incorrect.">
            <a:extLst>
              <a:ext uri="{FF2B5EF4-FFF2-40B4-BE49-F238E27FC236}">
                <a16:creationId xmlns:a16="http://schemas.microsoft.com/office/drawing/2014/main" id="{8323045D-AD19-91A3-0516-2DE82CCB2AC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90998" y="4706106"/>
            <a:ext cx="1053076" cy="258173"/>
          </a:xfrm>
          <a:prstGeom prst="rect">
            <a:avLst/>
          </a:prstGeom>
        </p:spPr>
      </p:pic>
      <p:sp>
        <p:nvSpPr>
          <p:cNvPr id="10" name="Segnaposto contenuto 2">
            <a:extLst>
              <a:ext uri="{FF2B5EF4-FFF2-40B4-BE49-F238E27FC236}">
                <a16:creationId xmlns:a16="http://schemas.microsoft.com/office/drawing/2014/main" id="{30F9EF3B-1990-9C27-94DA-0989C76CEC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0997" y="1345580"/>
            <a:ext cx="8761180" cy="3098622"/>
          </a:xfrm>
          <a:prstGeom prst="rect">
            <a:avLst/>
          </a:prstGeom>
        </p:spPr>
        <p:txBody>
          <a:bodyPr numCol="1" spcCol="360000">
            <a:normAutofit/>
          </a:bodyPr>
          <a:lstStyle>
            <a:lvl1pPr marL="0" marR="0" indent="0" algn="just" defTabSz="34288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800" b="0" i="0">
                <a:solidFill>
                  <a:schemeClr val="tx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/>
              </a:defRPr>
            </a:lvl1pPr>
          </a:lstStyle>
          <a:p>
            <a:pPr marL="0" marR="0" lvl="0" indent="0" algn="just" defTabSz="34288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lang="it-IT" dirty="0"/>
          </a:p>
        </p:txBody>
      </p:sp>
      <p:grpSp>
        <p:nvGrpSpPr>
          <p:cNvPr id="3" name="Gruppo 2">
            <a:extLst>
              <a:ext uri="{FF2B5EF4-FFF2-40B4-BE49-F238E27FC236}">
                <a16:creationId xmlns:a16="http://schemas.microsoft.com/office/drawing/2014/main" id="{001702A4-1C3F-39FA-E6A1-7A1132B430FB}"/>
              </a:ext>
            </a:extLst>
          </p:cNvPr>
          <p:cNvGrpSpPr/>
          <p:nvPr userDrawn="1"/>
        </p:nvGrpSpPr>
        <p:grpSpPr>
          <a:xfrm>
            <a:off x="1383399" y="4706106"/>
            <a:ext cx="2510171" cy="273844"/>
            <a:chOff x="3883830" y="344864"/>
            <a:chExt cx="5042177" cy="550070"/>
          </a:xfrm>
        </p:grpSpPr>
        <p:pic>
          <p:nvPicPr>
            <p:cNvPr id="5" name="Elemento grafico 4">
              <a:extLst>
                <a:ext uri="{FF2B5EF4-FFF2-40B4-BE49-F238E27FC236}">
                  <a16:creationId xmlns:a16="http://schemas.microsoft.com/office/drawing/2014/main" id="{E1AE63CA-07BA-434B-3014-EB231FD9CA3D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682893" y="428551"/>
              <a:ext cx="2243114" cy="448069"/>
            </a:xfrm>
            <a:prstGeom prst="rect">
              <a:avLst/>
            </a:prstGeom>
          </p:spPr>
        </p:pic>
        <p:pic>
          <p:nvPicPr>
            <p:cNvPr id="9" name="Immagine 8">
              <a:extLst>
                <a:ext uri="{FF2B5EF4-FFF2-40B4-BE49-F238E27FC236}">
                  <a16:creationId xmlns:a16="http://schemas.microsoft.com/office/drawing/2014/main" id="{DFA0B384-4088-B57D-3A2C-42BF6717A59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duotone>
                <a:prstClr val="black"/>
                <a:srgbClr val="525351">
                  <a:tint val="45000"/>
                  <a:satMod val="400000"/>
                </a:srgbClr>
              </a:duotone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sharpenSoften amount="-25000"/>
                      </a14:imgEffect>
                      <a14:imgEffect>
                        <a14:brightnessContrast bright="40000" contrast="-4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431429" y="344864"/>
              <a:ext cx="1036178" cy="55007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13" name="Immagine 12">
              <a:extLst>
                <a:ext uri="{FF2B5EF4-FFF2-40B4-BE49-F238E27FC236}">
                  <a16:creationId xmlns:a16="http://schemas.microsoft.com/office/drawing/2014/main" id="{189E66C0-AC17-584E-068F-66F27C1B7BD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>
              <a:duotone>
                <a:prstClr val="black"/>
                <a:srgbClr val="525351">
                  <a:tint val="45000"/>
                  <a:satMod val="400000"/>
                </a:srgbClr>
              </a:duotone>
            </a:blip>
            <a:stretch>
              <a:fillRect/>
            </a:stretch>
          </p:blipFill>
          <p:spPr>
            <a:xfrm>
              <a:off x="3883830" y="410561"/>
              <a:ext cx="1394270" cy="41867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2482478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sto_it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 hasCustomPrompt="1"/>
          </p:nvPr>
        </p:nvSpPr>
        <p:spPr>
          <a:xfrm>
            <a:off x="190997" y="229500"/>
            <a:ext cx="8761177" cy="386100"/>
          </a:xfrm>
          <a:prstGeom prst="rect">
            <a:avLst/>
          </a:prstGeom>
        </p:spPr>
        <p:txBody>
          <a:bodyPr anchor="ctr" anchorCtr="0"/>
          <a:lstStyle>
            <a:lvl1pPr>
              <a:defRPr b="1" i="0">
                <a:solidFill>
                  <a:schemeClr val="tx1"/>
                </a:solidFill>
                <a:latin typeface="Helvetica Neue"/>
                <a:cs typeface="Helvetica Neue"/>
              </a:defRPr>
            </a:lvl1pPr>
          </a:lstStyle>
          <a:p>
            <a:r>
              <a:rPr lang="it-IT" dirty="0"/>
              <a:t>Fare clic per modificare stile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 hasCustomPrompt="1"/>
          </p:nvPr>
        </p:nvSpPr>
        <p:spPr>
          <a:xfrm>
            <a:off x="190997" y="1345580"/>
            <a:ext cx="8761179" cy="3098622"/>
          </a:xfrm>
          <a:prstGeom prst="rect">
            <a:avLst/>
          </a:prstGeom>
        </p:spPr>
        <p:txBody>
          <a:bodyPr numCol="1" spcCol="360000">
            <a:normAutofit/>
          </a:bodyPr>
          <a:lstStyle>
            <a:lvl1pPr marL="0" indent="0" algn="just">
              <a:buFont typeface="Arial" panose="020B0604020202020204" pitchFamily="34" charset="0"/>
              <a:buChar char="•"/>
              <a:defRPr sz="2000" b="0" i="0">
                <a:solidFill>
                  <a:schemeClr val="tx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/>
              </a:defRPr>
            </a:lvl1pPr>
          </a:lstStyle>
          <a:p>
            <a:pPr lvl="0"/>
            <a:r>
              <a:rPr lang="it-IT" dirty="0"/>
              <a:t>Item 1</a:t>
            </a:r>
          </a:p>
          <a:p>
            <a:pPr lvl="0"/>
            <a:r>
              <a:rPr lang="it-IT" dirty="0"/>
              <a:t>Item 2</a:t>
            </a:r>
          </a:p>
          <a:p>
            <a:pPr lvl="0"/>
            <a:r>
              <a:rPr lang="it-IT" dirty="0"/>
              <a:t>……</a:t>
            </a:r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>
          <a:xfrm>
            <a:off x="8611202" y="4729759"/>
            <a:ext cx="340975" cy="273844"/>
          </a:xfrm>
          <a:prstGeom prst="rect">
            <a:avLst/>
          </a:prstGeom>
        </p:spPr>
        <p:txBody>
          <a:bodyPr anchor="t" anchorCtr="0"/>
          <a:lstStyle>
            <a:lvl1pPr>
              <a:defRPr sz="675" b="0" i="0">
                <a:solidFill>
                  <a:schemeClr val="tx1">
                    <a:lumMod val="50000"/>
                    <a:lumOff val="50000"/>
                  </a:schemeClr>
                </a:solidFill>
                <a:latin typeface="Helvetica Neue Light"/>
                <a:cs typeface="Helvetica Neue Light"/>
              </a:defRPr>
            </a:lvl1pPr>
          </a:lstStyle>
          <a:p>
            <a:fld id="{E0F8B7D7-B5E3-644D-9856-CC0934E69055}" type="slidenum">
              <a:rPr lang="it-IT" smtClean="0"/>
              <a:pPr/>
              <a:t>‹N›</a:t>
            </a:fld>
            <a:endParaRPr lang="it-IT" dirty="0"/>
          </a:p>
        </p:txBody>
      </p:sp>
      <p:sp>
        <p:nvSpPr>
          <p:cNvPr id="8" name="Segnaposto testo 7"/>
          <p:cNvSpPr>
            <a:spLocks noGrp="1"/>
          </p:cNvSpPr>
          <p:nvPr>
            <p:ph type="body" sz="quarter" idx="13" hasCustomPrompt="1"/>
          </p:nvPr>
        </p:nvSpPr>
        <p:spPr>
          <a:xfrm>
            <a:off x="190998" y="631800"/>
            <a:ext cx="8761178" cy="245700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>
              <a:buNone/>
              <a:defRPr sz="1951" b="0" i="0">
                <a:solidFill>
                  <a:schemeClr val="tx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/>
              </a:defRPr>
            </a:lvl1pPr>
          </a:lstStyle>
          <a:p>
            <a:pPr lvl="0"/>
            <a:r>
              <a:rPr lang="it-IT" dirty="0"/>
              <a:t>Sottotitolo</a:t>
            </a:r>
          </a:p>
        </p:txBody>
      </p:sp>
      <p:pic>
        <p:nvPicPr>
          <p:cNvPr id="12" name="Picture 11" descr="A red letter on a black background&#10;&#10;AI-generated content may be incorrect.">
            <a:extLst>
              <a:ext uri="{FF2B5EF4-FFF2-40B4-BE49-F238E27FC236}">
                <a16:creationId xmlns:a16="http://schemas.microsoft.com/office/drawing/2014/main" id="{A936C6FF-A13F-CAB0-2784-26BD96EDC32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90998" y="4706106"/>
            <a:ext cx="1053076" cy="258173"/>
          </a:xfrm>
          <a:prstGeom prst="rect">
            <a:avLst/>
          </a:prstGeom>
        </p:spPr>
      </p:pic>
      <p:sp>
        <p:nvSpPr>
          <p:cNvPr id="11" name="Segnaposto piè di pagina 4">
            <a:extLst>
              <a:ext uri="{FF2B5EF4-FFF2-40B4-BE49-F238E27FC236}">
                <a16:creationId xmlns:a16="http://schemas.microsoft.com/office/drawing/2014/main" id="{730A27AF-C364-D476-1439-0E965CD817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524959" y="4729759"/>
            <a:ext cx="2946918" cy="273844"/>
          </a:xfrm>
          <a:prstGeom prst="rect">
            <a:avLst/>
          </a:prstGeom>
        </p:spPr>
        <p:txBody>
          <a:bodyPr anchor="t" anchorCtr="0"/>
          <a:lstStyle>
            <a:lvl1pPr algn="l">
              <a:defRPr sz="751" b="0" i="0">
                <a:solidFill>
                  <a:schemeClr val="tx1"/>
                </a:solidFill>
                <a:latin typeface="Helvetica Neue Light"/>
                <a:cs typeface="Helvetica Neue Light"/>
              </a:defRPr>
            </a:lvl1pPr>
          </a:lstStyle>
          <a:p>
            <a:r>
              <a:rPr lang="it-IT" dirty="0"/>
              <a:t>Nome insegnamento / tuo nome</a:t>
            </a:r>
          </a:p>
        </p:txBody>
      </p:sp>
      <p:grpSp>
        <p:nvGrpSpPr>
          <p:cNvPr id="4" name="Gruppo 3">
            <a:extLst>
              <a:ext uri="{FF2B5EF4-FFF2-40B4-BE49-F238E27FC236}">
                <a16:creationId xmlns:a16="http://schemas.microsoft.com/office/drawing/2014/main" id="{2B165842-841E-3930-732F-B8A22E111DD6}"/>
              </a:ext>
            </a:extLst>
          </p:cNvPr>
          <p:cNvGrpSpPr/>
          <p:nvPr userDrawn="1"/>
        </p:nvGrpSpPr>
        <p:grpSpPr>
          <a:xfrm>
            <a:off x="1383399" y="4706106"/>
            <a:ext cx="2510171" cy="273844"/>
            <a:chOff x="3883830" y="344864"/>
            <a:chExt cx="5042177" cy="550070"/>
          </a:xfrm>
        </p:grpSpPr>
        <p:pic>
          <p:nvPicPr>
            <p:cNvPr id="5" name="Elemento grafico 4">
              <a:extLst>
                <a:ext uri="{FF2B5EF4-FFF2-40B4-BE49-F238E27FC236}">
                  <a16:creationId xmlns:a16="http://schemas.microsoft.com/office/drawing/2014/main" id="{DEFB51B7-E145-C49B-803F-BC4E9D4E889B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682893" y="428551"/>
              <a:ext cx="2243114" cy="448069"/>
            </a:xfrm>
            <a:prstGeom prst="rect">
              <a:avLst/>
            </a:prstGeom>
          </p:spPr>
        </p:pic>
        <p:pic>
          <p:nvPicPr>
            <p:cNvPr id="7" name="Immagine 6">
              <a:extLst>
                <a:ext uri="{FF2B5EF4-FFF2-40B4-BE49-F238E27FC236}">
                  <a16:creationId xmlns:a16="http://schemas.microsoft.com/office/drawing/2014/main" id="{9A00D2EB-F97E-52BA-C3D4-40CF32408C6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duotone>
                <a:prstClr val="black"/>
                <a:srgbClr val="525351">
                  <a:tint val="45000"/>
                  <a:satMod val="400000"/>
                </a:srgbClr>
              </a:duotone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sharpenSoften amount="-25000"/>
                      </a14:imgEffect>
                      <a14:imgEffect>
                        <a14:brightnessContrast bright="40000" contrast="-4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431429" y="344864"/>
              <a:ext cx="1036178" cy="55007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9" name="Immagine 8">
              <a:extLst>
                <a:ext uri="{FF2B5EF4-FFF2-40B4-BE49-F238E27FC236}">
                  <a16:creationId xmlns:a16="http://schemas.microsoft.com/office/drawing/2014/main" id="{60709918-46AC-1BC3-8554-A2258C3A02D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>
              <a:duotone>
                <a:prstClr val="black"/>
                <a:srgbClr val="525351">
                  <a:tint val="45000"/>
                  <a:satMod val="400000"/>
                </a:srgbClr>
              </a:duotone>
            </a:blip>
            <a:stretch>
              <a:fillRect/>
            </a:stretch>
          </p:blipFill>
          <p:spPr>
            <a:xfrm>
              <a:off x="3883830" y="410561"/>
              <a:ext cx="1394270" cy="41867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324112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sto_con_immag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 hasCustomPrompt="1"/>
          </p:nvPr>
        </p:nvSpPr>
        <p:spPr>
          <a:xfrm>
            <a:off x="190998" y="229500"/>
            <a:ext cx="8761178" cy="386100"/>
          </a:xfrm>
          <a:prstGeom prst="rect">
            <a:avLst/>
          </a:prstGeom>
        </p:spPr>
        <p:txBody>
          <a:bodyPr anchor="ctr" anchorCtr="0"/>
          <a:lstStyle>
            <a:lvl1pPr>
              <a:defRPr b="1" i="0">
                <a:solidFill>
                  <a:schemeClr val="tx1"/>
                </a:solidFill>
                <a:latin typeface="Helvetica Neue"/>
                <a:cs typeface="Helvetica Neue"/>
              </a:defRPr>
            </a:lvl1pPr>
          </a:lstStyle>
          <a:p>
            <a:r>
              <a:rPr lang="it-IT" dirty="0"/>
              <a:t>Fare clic per modificare stile</a:t>
            </a:r>
          </a:p>
        </p:txBody>
      </p:sp>
      <p:sp>
        <p:nvSpPr>
          <p:cNvPr id="8" name="Segnaposto testo 7"/>
          <p:cNvSpPr>
            <a:spLocks noGrp="1"/>
          </p:cNvSpPr>
          <p:nvPr>
            <p:ph type="body" sz="quarter" idx="13" hasCustomPrompt="1"/>
          </p:nvPr>
        </p:nvSpPr>
        <p:spPr>
          <a:xfrm>
            <a:off x="190997" y="631800"/>
            <a:ext cx="8761179" cy="245700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>
              <a:buNone/>
              <a:defRPr sz="1951" b="0" i="0">
                <a:solidFill>
                  <a:schemeClr val="tx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/>
              </a:defRPr>
            </a:lvl1pPr>
          </a:lstStyle>
          <a:p>
            <a:pPr lvl="0"/>
            <a:r>
              <a:rPr lang="it-IT" dirty="0"/>
              <a:t>Sottotitolo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CA4D6A3-539C-9593-235C-DF0882DB9984}"/>
              </a:ext>
            </a:extLst>
          </p:cNvPr>
          <p:cNvSpPr txBox="1"/>
          <p:nvPr userDrawn="1"/>
        </p:nvSpPr>
        <p:spPr>
          <a:xfrm>
            <a:off x="190998" y="1286109"/>
            <a:ext cx="4381004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0" i="0" kern="1200" dirty="0">
                <a:solidFill>
                  <a:schemeClr val="tx1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Lorem ipsum </a:t>
            </a:r>
            <a:r>
              <a:rPr lang="en-GB" sz="1400" b="0" i="0" kern="1200" dirty="0" err="1">
                <a:solidFill>
                  <a:schemeClr val="tx1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dolor</a:t>
            </a:r>
            <a:r>
              <a:rPr lang="en-GB" sz="1400" b="0" i="0" kern="1200" dirty="0">
                <a:solidFill>
                  <a:schemeClr val="tx1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 sit </a:t>
            </a:r>
            <a:r>
              <a:rPr lang="en-GB" sz="1400" b="0" i="0" kern="1200" dirty="0" err="1">
                <a:solidFill>
                  <a:schemeClr val="tx1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amet</a:t>
            </a:r>
            <a:r>
              <a:rPr lang="en-GB" sz="1400" b="0" i="0" kern="1200" dirty="0">
                <a:solidFill>
                  <a:schemeClr val="tx1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, </a:t>
            </a:r>
            <a:r>
              <a:rPr lang="en-GB" sz="1400" b="0" i="0" kern="1200" dirty="0" err="1">
                <a:solidFill>
                  <a:schemeClr val="tx1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consectetur</a:t>
            </a:r>
            <a:r>
              <a:rPr lang="en-GB" sz="1400" b="0" i="0" kern="1200" dirty="0">
                <a:solidFill>
                  <a:schemeClr val="tx1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 </a:t>
            </a:r>
            <a:r>
              <a:rPr lang="en-GB" sz="1400" b="0" i="0" kern="1200" dirty="0" err="1">
                <a:solidFill>
                  <a:schemeClr val="tx1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adipiscing</a:t>
            </a:r>
            <a:r>
              <a:rPr lang="en-GB" sz="1400" b="0" i="0" kern="1200" dirty="0">
                <a:solidFill>
                  <a:schemeClr val="tx1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 </a:t>
            </a:r>
            <a:r>
              <a:rPr lang="en-GB" sz="1400" b="0" i="0" kern="1200" dirty="0" err="1">
                <a:solidFill>
                  <a:schemeClr val="tx1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elit</a:t>
            </a:r>
            <a:r>
              <a:rPr lang="en-GB" sz="1400" b="0" i="0" kern="1200" dirty="0">
                <a:solidFill>
                  <a:schemeClr val="tx1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. Nam </a:t>
            </a:r>
            <a:r>
              <a:rPr lang="en-GB" sz="1400" b="0" i="0" kern="1200" dirty="0" err="1">
                <a:solidFill>
                  <a:schemeClr val="tx1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hendrerit</a:t>
            </a:r>
            <a:r>
              <a:rPr lang="en-GB" sz="1400" b="0" i="0" kern="1200" dirty="0">
                <a:solidFill>
                  <a:schemeClr val="tx1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 nisi </a:t>
            </a:r>
            <a:r>
              <a:rPr lang="en-GB" sz="1400" b="0" i="0" kern="1200" dirty="0" err="1">
                <a:solidFill>
                  <a:schemeClr val="tx1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sed</a:t>
            </a:r>
            <a:r>
              <a:rPr lang="en-GB" sz="1400" b="0" i="0" kern="1200" dirty="0">
                <a:solidFill>
                  <a:schemeClr val="tx1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 </a:t>
            </a:r>
            <a:r>
              <a:rPr lang="en-GB" sz="1400" b="0" i="0" kern="1200" dirty="0" err="1">
                <a:solidFill>
                  <a:schemeClr val="tx1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sollicitudin</a:t>
            </a:r>
            <a:r>
              <a:rPr lang="en-GB" sz="1400" b="0" i="0" kern="1200" dirty="0">
                <a:solidFill>
                  <a:schemeClr val="tx1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 </a:t>
            </a:r>
            <a:r>
              <a:rPr lang="en-GB" sz="1400" b="0" i="0" kern="1200" dirty="0" err="1">
                <a:solidFill>
                  <a:schemeClr val="tx1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pellentesque</a:t>
            </a:r>
            <a:r>
              <a:rPr lang="en-GB" sz="1400" b="0" i="0" kern="1200" dirty="0">
                <a:solidFill>
                  <a:schemeClr val="tx1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. Nunc </a:t>
            </a:r>
            <a:r>
              <a:rPr lang="en-GB" sz="1400" b="0" i="0" kern="1200" dirty="0" err="1">
                <a:solidFill>
                  <a:schemeClr val="tx1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posuere</a:t>
            </a:r>
            <a:r>
              <a:rPr lang="en-GB" sz="1400" b="0" i="0" kern="1200" dirty="0">
                <a:solidFill>
                  <a:schemeClr val="tx1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 </a:t>
            </a:r>
            <a:r>
              <a:rPr lang="en-GB" sz="1400" b="0" i="0" kern="1200" dirty="0" err="1">
                <a:solidFill>
                  <a:schemeClr val="tx1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purus</a:t>
            </a:r>
            <a:r>
              <a:rPr lang="en-GB" sz="1400" b="0" i="0" kern="1200" dirty="0">
                <a:solidFill>
                  <a:schemeClr val="tx1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 </a:t>
            </a:r>
            <a:r>
              <a:rPr lang="en-GB" sz="1400" b="0" i="0" kern="1200" dirty="0" err="1">
                <a:solidFill>
                  <a:schemeClr val="tx1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rhoncus</a:t>
            </a:r>
            <a:r>
              <a:rPr lang="en-GB" sz="1400" b="0" i="0" kern="1200" dirty="0">
                <a:solidFill>
                  <a:schemeClr val="tx1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 pulvinar </a:t>
            </a:r>
            <a:r>
              <a:rPr lang="en-GB" sz="1400" b="0" i="0" kern="1200" dirty="0" err="1">
                <a:solidFill>
                  <a:schemeClr val="tx1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aliquam</a:t>
            </a:r>
            <a:r>
              <a:rPr lang="en-GB" sz="1400" b="0" i="0" kern="1200" dirty="0">
                <a:solidFill>
                  <a:schemeClr val="tx1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. Ut </a:t>
            </a:r>
            <a:r>
              <a:rPr lang="en-GB" sz="1400" b="0" i="0" kern="1200" dirty="0" err="1">
                <a:solidFill>
                  <a:schemeClr val="tx1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aliquet</a:t>
            </a:r>
            <a:r>
              <a:rPr lang="en-GB" sz="1400" b="0" i="0" kern="1200" dirty="0">
                <a:solidFill>
                  <a:schemeClr val="tx1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 </a:t>
            </a:r>
            <a:r>
              <a:rPr lang="en-GB" sz="1400" b="0" i="0" kern="1200" dirty="0" err="1">
                <a:solidFill>
                  <a:schemeClr val="tx1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tristique</a:t>
            </a:r>
            <a:r>
              <a:rPr lang="en-GB" sz="1400" b="0" i="0" kern="1200" dirty="0">
                <a:solidFill>
                  <a:schemeClr val="tx1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 </a:t>
            </a:r>
            <a:r>
              <a:rPr lang="en-GB" sz="1400" b="0" i="0" kern="1200" dirty="0" err="1">
                <a:solidFill>
                  <a:schemeClr val="tx1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nisl</a:t>
            </a:r>
            <a:r>
              <a:rPr lang="en-GB" sz="1400" b="0" i="0" kern="1200" dirty="0">
                <a:solidFill>
                  <a:schemeClr val="tx1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 vitae </a:t>
            </a:r>
            <a:r>
              <a:rPr lang="en-GB" sz="1400" b="0" i="0" kern="1200" dirty="0" err="1">
                <a:solidFill>
                  <a:schemeClr val="tx1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volutpat</a:t>
            </a:r>
            <a:r>
              <a:rPr lang="en-GB" sz="1400" b="0" i="0" kern="1200" dirty="0">
                <a:solidFill>
                  <a:schemeClr val="tx1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. </a:t>
            </a:r>
            <a:r>
              <a:rPr lang="en-GB" sz="1400" b="0" i="0" kern="1200" dirty="0" err="1">
                <a:solidFill>
                  <a:schemeClr val="tx1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Nulla</a:t>
            </a:r>
            <a:r>
              <a:rPr lang="en-GB" sz="1400" b="0" i="0" kern="1200" dirty="0">
                <a:solidFill>
                  <a:schemeClr val="tx1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 </a:t>
            </a:r>
            <a:r>
              <a:rPr lang="en-GB" sz="1400" b="0" i="0" kern="1200" dirty="0" err="1">
                <a:solidFill>
                  <a:schemeClr val="tx1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aliquet</a:t>
            </a:r>
            <a:r>
              <a:rPr lang="en-GB" sz="1400" b="0" i="0" kern="1200" dirty="0">
                <a:solidFill>
                  <a:schemeClr val="tx1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 </a:t>
            </a:r>
            <a:r>
              <a:rPr lang="en-GB" sz="1400" b="0" i="0" kern="1200" dirty="0" err="1">
                <a:solidFill>
                  <a:schemeClr val="tx1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porttitor</a:t>
            </a:r>
            <a:r>
              <a:rPr lang="en-GB" sz="1400" b="0" i="0" kern="1200" dirty="0">
                <a:solidFill>
                  <a:schemeClr val="tx1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 </a:t>
            </a:r>
            <a:r>
              <a:rPr lang="en-GB" sz="1400" b="0" i="0" kern="1200" dirty="0" err="1">
                <a:solidFill>
                  <a:schemeClr val="tx1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venenatis</a:t>
            </a:r>
            <a:r>
              <a:rPr lang="en-GB" sz="1400" b="0" i="0" kern="1200" dirty="0">
                <a:solidFill>
                  <a:schemeClr val="tx1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. Donec a dui et dui </a:t>
            </a:r>
            <a:r>
              <a:rPr lang="en-GB" sz="1400" b="0" i="0" kern="1200" dirty="0" err="1">
                <a:solidFill>
                  <a:schemeClr val="tx1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fringilla</a:t>
            </a:r>
            <a:r>
              <a:rPr lang="en-GB" sz="1400" b="0" i="0" kern="1200" dirty="0">
                <a:solidFill>
                  <a:schemeClr val="tx1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 </a:t>
            </a:r>
            <a:r>
              <a:rPr lang="en-GB" sz="1400" b="0" i="0" kern="1200" dirty="0" err="1">
                <a:solidFill>
                  <a:schemeClr val="tx1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consectetur</a:t>
            </a:r>
            <a:r>
              <a:rPr lang="en-GB" sz="1400" b="0" i="0" kern="1200" dirty="0">
                <a:solidFill>
                  <a:schemeClr val="tx1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 id nec </a:t>
            </a:r>
            <a:r>
              <a:rPr lang="en-GB" sz="1400" b="0" i="0" kern="1200" dirty="0" err="1">
                <a:solidFill>
                  <a:schemeClr val="tx1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massa</a:t>
            </a:r>
            <a:r>
              <a:rPr lang="en-GB" sz="1400" b="0" i="0" kern="1200" dirty="0">
                <a:solidFill>
                  <a:schemeClr val="tx1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. </a:t>
            </a:r>
            <a:r>
              <a:rPr lang="en-GB" sz="1400" b="0" i="0" kern="1200" dirty="0" err="1">
                <a:solidFill>
                  <a:schemeClr val="tx1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Aliquam</a:t>
            </a:r>
            <a:r>
              <a:rPr lang="en-GB" sz="1400" b="0" i="0" kern="1200" dirty="0">
                <a:solidFill>
                  <a:schemeClr val="tx1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 </a:t>
            </a:r>
            <a:r>
              <a:rPr lang="en-GB" sz="1400" b="0" i="0" kern="1200" dirty="0" err="1">
                <a:solidFill>
                  <a:schemeClr val="tx1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erat</a:t>
            </a:r>
            <a:r>
              <a:rPr lang="en-GB" sz="1400" b="0" i="0" kern="1200" dirty="0">
                <a:solidFill>
                  <a:schemeClr val="tx1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 </a:t>
            </a:r>
            <a:r>
              <a:rPr lang="en-GB" sz="1400" b="0" i="0" kern="1200" dirty="0" err="1">
                <a:solidFill>
                  <a:schemeClr val="tx1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volutpat</a:t>
            </a:r>
            <a:r>
              <a:rPr lang="en-GB" sz="1400" b="0" i="0" kern="1200" dirty="0">
                <a:solidFill>
                  <a:schemeClr val="tx1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. Sed </a:t>
            </a:r>
            <a:r>
              <a:rPr lang="en-GB" sz="1400" b="0" i="0" kern="1200" dirty="0" err="1">
                <a:solidFill>
                  <a:schemeClr val="tx1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ut</a:t>
            </a:r>
            <a:r>
              <a:rPr lang="en-GB" sz="1400" b="0" i="0" kern="1200" dirty="0">
                <a:solidFill>
                  <a:schemeClr val="tx1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 dui </a:t>
            </a:r>
            <a:r>
              <a:rPr lang="en-GB" sz="1400" b="0" i="0" kern="1200" dirty="0" err="1">
                <a:solidFill>
                  <a:schemeClr val="tx1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ut</a:t>
            </a:r>
            <a:r>
              <a:rPr lang="en-GB" sz="1400" b="0" i="0" kern="1200" dirty="0">
                <a:solidFill>
                  <a:schemeClr val="tx1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 </a:t>
            </a:r>
            <a:r>
              <a:rPr lang="en-GB" sz="1400" b="0" i="0" kern="1200" dirty="0" err="1">
                <a:solidFill>
                  <a:schemeClr val="tx1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lacus</a:t>
            </a:r>
            <a:r>
              <a:rPr lang="en-GB" sz="1400" b="0" i="0" kern="1200" dirty="0">
                <a:solidFill>
                  <a:schemeClr val="tx1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 dictum fermentum </a:t>
            </a:r>
            <a:r>
              <a:rPr lang="en-GB" sz="1400" b="0" i="0" kern="1200" dirty="0" err="1">
                <a:solidFill>
                  <a:schemeClr val="tx1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vel</a:t>
            </a:r>
            <a:r>
              <a:rPr lang="en-GB" sz="1400" b="0" i="0" kern="1200" dirty="0">
                <a:solidFill>
                  <a:schemeClr val="tx1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 </a:t>
            </a:r>
            <a:r>
              <a:rPr lang="en-GB" sz="1400" b="0" i="0" kern="1200" dirty="0" err="1">
                <a:solidFill>
                  <a:schemeClr val="tx1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tincidunt</a:t>
            </a:r>
            <a:r>
              <a:rPr lang="en-GB" sz="1400" b="0" i="0" kern="1200" dirty="0">
                <a:solidFill>
                  <a:schemeClr val="tx1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 </a:t>
            </a:r>
            <a:r>
              <a:rPr lang="en-GB" sz="1400" b="0" i="0" kern="1200" dirty="0" err="1">
                <a:solidFill>
                  <a:schemeClr val="tx1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neque</a:t>
            </a:r>
            <a:r>
              <a:rPr lang="en-GB" sz="1400" b="0" i="0" kern="1200" dirty="0">
                <a:solidFill>
                  <a:schemeClr val="tx1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.</a:t>
            </a:r>
            <a:endParaRPr lang="en-IT" sz="1400" b="0" i="0" dirty="0">
              <a:solidFill>
                <a:schemeClr val="tx1"/>
              </a:solidFill>
              <a:latin typeface="Helvetica Neue Light" panose="02000403000000020004" pitchFamily="2" charset="0"/>
              <a:ea typeface="Helvetica Neue Light" panose="020004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140EAA26-55A6-19E7-E9FA-5765758FB24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270502" y="1375319"/>
            <a:ext cx="3873500" cy="298078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>
              <a:buNone/>
              <a:defRPr/>
            </a:lvl1pPr>
          </a:lstStyle>
          <a:p>
            <a:endParaRPr lang="en-IT" dirty="0"/>
          </a:p>
        </p:txBody>
      </p:sp>
      <p:sp>
        <p:nvSpPr>
          <p:cNvPr id="3" name="Segnaposto numero diapositiva 5">
            <a:extLst>
              <a:ext uri="{FF2B5EF4-FFF2-40B4-BE49-F238E27FC236}">
                <a16:creationId xmlns:a16="http://schemas.microsoft.com/office/drawing/2014/main" id="{C9BF1688-94DC-6F43-B95C-7B3A15FE1F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1202" y="4729759"/>
            <a:ext cx="340975" cy="273844"/>
          </a:xfrm>
          <a:prstGeom prst="rect">
            <a:avLst/>
          </a:prstGeom>
        </p:spPr>
        <p:txBody>
          <a:bodyPr anchor="t" anchorCtr="0"/>
          <a:lstStyle>
            <a:lvl1pPr>
              <a:defRPr sz="675" b="0" i="0">
                <a:solidFill>
                  <a:schemeClr val="tx1">
                    <a:lumMod val="50000"/>
                    <a:lumOff val="50000"/>
                  </a:schemeClr>
                </a:solidFill>
                <a:latin typeface="Helvetica Neue Light"/>
                <a:cs typeface="Helvetica Neue Light"/>
              </a:defRPr>
            </a:lvl1pPr>
          </a:lstStyle>
          <a:p>
            <a:fld id="{E0F8B7D7-B5E3-644D-9856-CC0934E69055}" type="slidenum">
              <a:rPr lang="it-IT" smtClean="0"/>
              <a:pPr/>
              <a:t>‹N›</a:t>
            </a:fld>
            <a:endParaRPr lang="it-IT" dirty="0"/>
          </a:p>
        </p:txBody>
      </p:sp>
      <p:pic>
        <p:nvPicPr>
          <p:cNvPr id="11" name="Picture 11" descr="A red letter on a black background&#10;&#10;AI-generated content may be incorrect.">
            <a:extLst>
              <a:ext uri="{FF2B5EF4-FFF2-40B4-BE49-F238E27FC236}">
                <a16:creationId xmlns:a16="http://schemas.microsoft.com/office/drawing/2014/main" id="{895C545A-BE47-795A-E6BC-09315B3B5F0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90998" y="4706106"/>
            <a:ext cx="1053076" cy="258173"/>
          </a:xfrm>
          <a:prstGeom prst="rect">
            <a:avLst/>
          </a:prstGeom>
        </p:spPr>
      </p:pic>
      <p:sp>
        <p:nvSpPr>
          <p:cNvPr id="16" name="Segnaposto piè di pagina 4">
            <a:extLst>
              <a:ext uri="{FF2B5EF4-FFF2-40B4-BE49-F238E27FC236}">
                <a16:creationId xmlns:a16="http://schemas.microsoft.com/office/drawing/2014/main" id="{880DF073-7B12-B1D8-336D-3060AA59F1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524959" y="4729759"/>
            <a:ext cx="2946918" cy="273844"/>
          </a:xfrm>
          <a:prstGeom prst="rect">
            <a:avLst/>
          </a:prstGeom>
        </p:spPr>
        <p:txBody>
          <a:bodyPr anchor="t" anchorCtr="0"/>
          <a:lstStyle>
            <a:lvl1pPr algn="l">
              <a:defRPr sz="751" b="0" i="0">
                <a:solidFill>
                  <a:schemeClr val="tx1"/>
                </a:solidFill>
                <a:latin typeface="Helvetica Neue Light"/>
                <a:cs typeface="Helvetica Neue Light"/>
              </a:defRPr>
            </a:lvl1pPr>
          </a:lstStyle>
          <a:p>
            <a:r>
              <a:rPr lang="it-IT" dirty="0"/>
              <a:t>Nome insegnamento / tuo nome</a:t>
            </a:r>
          </a:p>
        </p:txBody>
      </p:sp>
      <p:grpSp>
        <p:nvGrpSpPr>
          <p:cNvPr id="5" name="Gruppo 4">
            <a:extLst>
              <a:ext uri="{FF2B5EF4-FFF2-40B4-BE49-F238E27FC236}">
                <a16:creationId xmlns:a16="http://schemas.microsoft.com/office/drawing/2014/main" id="{A082774A-D2F6-F5AC-F2C0-1F24FEBCE645}"/>
              </a:ext>
            </a:extLst>
          </p:cNvPr>
          <p:cNvGrpSpPr/>
          <p:nvPr userDrawn="1"/>
        </p:nvGrpSpPr>
        <p:grpSpPr>
          <a:xfrm>
            <a:off x="1383399" y="4706106"/>
            <a:ext cx="2510171" cy="273844"/>
            <a:chOff x="3883830" y="344864"/>
            <a:chExt cx="5042177" cy="550070"/>
          </a:xfrm>
        </p:grpSpPr>
        <p:pic>
          <p:nvPicPr>
            <p:cNvPr id="6" name="Elemento grafico 5">
              <a:extLst>
                <a:ext uri="{FF2B5EF4-FFF2-40B4-BE49-F238E27FC236}">
                  <a16:creationId xmlns:a16="http://schemas.microsoft.com/office/drawing/2014/main" id="{C07F6CFD-A2E5-0F8D-49D2-716B05732FF4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682893" y="428551"/>
              <a:ext cx="2243114" cy="448069"/>
            </a:xfrm>
            <a:prstGeom prst="rect">
              <a:avLst/>
            </a:prstGeom>
          </p:spPr>
        </p:pic>
        <p:pic>
          <p:nvPicPr>
            <p:cNvPr id="7" name="Immagine 6">
              <a:extLst>
                <a:ext uri="{FF2B5EF4-FFF2-40B4-BE49-F238E27FC236}">
                  <a16:creationId xmlns:a16="http://schemas.microsoft.com/office/drawing/2014/main" id="{29A5E4EA-0674-6561-475B-442A2AF0B84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duotone>
                <a:prstClr val="black"/>
                <a:srgbClr val="525351">
                  <a:tint val="45000"/>
                  <a:satMod val="400000"/>
                </a:srgbClr>
              </a:duotone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sharpenSoften amount="-25000"/>
                      </a14:imgEffect>
                      <a14:imgEffect>
                        <a14:brightnessContrast bright="40000" contrast="-4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431429" y="344864"/>
              <a:ext cx="1036178" cy="55007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9" name="Immagine 8">
              <a:extLst>
                <a:ext uri="{FF2B5EF4-FFF2-40B4-BE49-F238E27FC236}">
                  <a16:creationId xmlns:a16="http://schemas.microsoft.com/office/drawing/2014/main" id="{B26EDFFF-7158-2C99-74B0-9325C226B9C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>
              <a:duotone>
                <a:prstClr val="black"/>
                <a:srgbClr val="525351">
                  <a:tint val="45000"/>
                  <a:satMod val="400000"/>
                </a:srgbClr>
              </a:duotone>
            </a:blip>
            <a:stretch>
              <a:fillRect/>
            </a:stretch>
          </p:blipFill>
          <p:spPr>
            <a:xfrm>
              <a:off x="3883830" y="410561"/>
              <a:ext cx="1394270" cy="41867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8554158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mag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>
          <a:xfrm>
            <a:off x="8611202" y="4729759"/>
            <a:ext cx="340975" cy="273844"/>
          </a:xfrm>
          <a:prstGeom prst="rect">
            <a:avLst/>
          </a:prstGeom>
        </p:spPr>
        <p:txBody>
          <a:bodyPr anchor="t" anchorCtr="0"/>
          <a:lstStyle>
            <a:lvl1pPr>
              <a:defRPr sz="675" b="0" i="0">
                <a:solidFill>
                  <a:schemeClr val="tx1">
                    <a:lumMod val="50000"/>
                    <a:lumOff val="50000"/>
                  </a:schemeClr>
                </a:solidFill>
                <a:latin typeface="Helvetica Neue Light"/>
                <a:cs typeface="Helvetica Neue Light"/>
              </a:defRPr>
            </a:lvl1pPr>
          </a:lstStyle>
          <a:p>
            <a:fld id="{E0F8B7D7-B5E3-644D-9856-CC0934E69055}" type="slidenum">
              <a:rPr lang="it-IT" smtClean="0"/>
              <a:pPr/>
              <a:t>‹N›</a:t>
            </a:fld>
            <a:endParaRPr lang="it-IT" dirty="0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140EAA26-55A6-19E7-E9FA-5765758FB24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1"/>
            <a:ext cx="9144000" cy="451996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>
              <a:buNone/>
              <a:defRPr/>
            </a:lvl1pPr>
          </a:lstStyle>
          <a:p>
            <a:endParaRPr lang="en-IT" dirty="0"/>
          </a:p>
        </p:txBody>
      </p:sp>
      <p:sp>
        <p:nvSpPr>
          <p:cNvPr id="2" name="Segnaposto numero diapositiva 5">
            <a:extLst>
              <a:ext uri="{FF2B5EF4-FFF2-40B4-BE49-F238E27FC236}">
                <a16:creationId xmlns:a16="http://schemas.microsoft.com/office/drawing/2014/main" id="{5D3EACD5-C4CC-3E77-6DCB-AB10C95FF622}"/>
              </a:ext>
            </a:extLst>
          </p:cNvPr>
          <p:cNvSpPr txBox="1">
            <a:spLocks/>
          </p:cNvSpPr>
          <p:nvPr userDrawn="1"/>
        </p:nvSpPr>
        <p:spPr>
          <a:xfrm>
            <a:off x="8611202" y="4729759"/>
            <a:ext cx="340975" cy="273844"/>
          </a:xfrm>
          <a:prstGeom prst="rect">
            <a:avLst/>
          </a:prstGeom>
        </p:spPr>
        <p:txBody>
          <a:bodyPr anchor="t" anchorCtr="0"/>
          <a:lstStyle>
            <a:defPPr>
              <a:defRPr lang="it-IT"/>
            </a:defPPr>
            <a:lvl1pPr marL="0" algn="l" defTabSz="457200" rtl="0" eaLnBrk="1" latinLnBrk="0" hangingPunct="1">
              <a:defRPr sz="675" b="0" i="0" kern="1200">
                <a:solidFill>
                  <a:schemeClr val="tx1">
                    <a:lumMod val="50000"/>
                    <a:lumOff val="50000"/>
                  </a:schemeClr>
                </a:solidFill>
                <a:latin typeface="Helvetica Neue Light"/>
                <a:ea typeface="+mn-ea"/>
                <a:cs typeface="Helvetica Neue Light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0F8B7D7-B5E3-644D-9856-CC0934E69055}" type="slidenum">
              <a:rPr lang="it-IT" sz="675" smtClean="0"/>
              <a:pPr/>
              <a:t>‹N›</a:t>
            </a:fld>
            <a:endParaRPr lang="it-IT" sz="675" dirty="0"/>
          </a:p>
        </p:txBody>
      </p:sp>
      <p:pic>
        <p:nvPicPr>
          <p:cNvPr id="5" name="Picture 11" descr="A red letter on a black background&#10;&#10;AI-generated content may be incorrect.">
            <a:extLst>
              <a:ext uri="{FF2B5EF4-FFF2-40B4-BE49-F238E27FC236}">
                <a16:creationId xmlns:a16="http://schemas.microsoft.com/office/drawing/2014/main" id="{895510E0-E33A-AE50-E921-DCEAE307CEF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90998" y="4706106"/>
            <a:ext cx="1053076" cy="258173"/>
          </a:xfrm>
          <a:prstGeom prst="rect">
            <a:avLst/>
          </a:prstGeom>
        </p:spPr>
      </p:pic>
      <p:sp>
        <p:nvSpPr>
          <p:cNvPr id="8" name="Segnaposto piè di pagina 4">
            <a:extLst>
              <a:ext uri="{FF2B5EF4-FFF2-40B4-BE49-F238E27FC236}">
                <a16:creationId xmlns:a16="http://schemas.microsoft.com/office/drawing/2014/main" id="{C7B3C452-FA23-57D9-99DF-C555495E8F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524959" y="4729759"/>
            <a:ext cx="2946918" cy="273844"/>
          </a:xfrm>
          <a:prstGeom prst="rect">
            <a:avLst/>
          </a:prstGeom>
        </p:spPr>
        <p:txBody>
          <a:bodyPr anchor="t" anchorCtr="0"/>
          <a:lstStyle>
            <a:lvl1pPr algn="l">
              <a:defRPr sz="751" b="0" i="0">
                <a:solidFill>
                  <a:schemeClr val="tx1"/>
                </a:solidFill>
                <a:latin typeface="Helvetica Neue Light"/>
                <a:cs typeface="Helvetica Neue Light"/>
              </a:defRPr>
            </a:lvl1pPr>
          </a:lstStyle>
          <a:p>
            <a:r>
              <a:rPr lang="it-IT" dirty="0"/>
              <a:t>Nome insegnamento / tuo nome</a:t>
            </a:r>
          </a:p>
        </p:txBody>
      </p:sp>
      <p:grpSp>
        <p:nvGrpSpPr>
          <p:cNvPr id="11" name="Gruppo 10">
            <a:extLst>
              <a:ext uri="{FF2B5EF4-FFF2-40B4-BE49-F238E27FC236}">
                <a16:creationId xmlns:a16="http://schemas.microsoft.com/office/drawing/2014/main" id="{DB786151-FBD8-94F3-417B-5B5591BD419D}"/>
              </a:ext>
            </a:extLst>
          </p:cNvPr>
          <p:cNvGrpSpPr/>
          <p:nvPr userDrawn="1"/>
        </p:nvGrpSpPr>
        <p:grpSpPr>
          <a:xfrm>
            <a:off x="1383399" y="4706106"/>
            <a:ext cx="2510171" cy="273844"/>
            <a:chOff x="3883830" y="344864"/>
            <a:chExt cx="5042177" cy="550070"/>
          </a:xfrm>
        </p:grpSpPr>
        <p:pic>
          <p:nvPicPr>
            <p:cNvPr id="13" name="Elemento grafico 12">
              <a:extLst>
                <a:ext uri="{FF2B5EF4-FFF2-40B4-BE49-F238E27FC236}">
                  <a16:creationId xmlns:a16="http://schemas.microsoft.com/office/drawing/2014/main" id="{C63BA89A-7AAE-9641-384A-E577BF64B32A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682893" y="428551"/>
              <a:ext cx="2243114" cy="448069"/>
            </a:xfrm>
            <a:prstGeom prst="rect">
              <a:avLst/>
            </a:prstGeom>
          </p:spPr>
        </p:pic>
        <p:pic>
          <p:nvPicPr>
            <p:cNvPr id="14" name="Immagine 13">
              <a:extLst>
                <a:ext uri="{FF2B5EF4-FFF2-40B4-BE49-F238E27FC236}">
                  <a16:creationId xmlns:a16="http://schemas.microsoft.com/office/drawing/2014/main" id="{0003B5C2-FD56-8F5F-0C33-BDC35CBC418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duotone>
                <a:prstClr val="black"/>
                <a:srgbClr val="525351">
                  <a:tint val="45000"/>
                  <a:satMod val="400000"/>
                </a:srgbClr>
              </a:duotone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sharpenSoften amount="-25000"/>
                      </a14:imgEffect>
                      <a14:imgEffect>
                        <a14:brightnessContrast bright="40000" contrast="-4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431429" y="344864"/>
              <a:ext cx="1036178" cy="55007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16" name="Immagine 15">
              <a:extLst>
                <a:ext uri="{FF2B5EF4-FFF2-40B4-BE49-F238E27FC236}">
                  <a16:creationId xmlns:a16="http://schemas.microsoft.com/office/drawing/2014/main" id="{1A0CD395-0920-60C7-631A-F5A7B84CE8A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>
              <a:duotone>
                <a:prstClr val="black"/>
                <a:srgbClr val="525351">
                  <a:tint val="45000"/>
                  <a:satMod val="400000"/>
                </a:srgbClr>
              </a:duotone>
            </a:blip>
            <a:stretch>
              <a:fillRect/>
            </a:stretch>
          </p:blipFill>
          <p:spPr>
            <a:xfrm>
              <a:off x="3883830" y="410561"/>
              <a:ext cx="1394270" cy="41867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3991341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764496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49" r:id="rId2"/>
    <p:sldLayoutId id="2147483650" r:id="rId3"/>
    <p:sldLayoutId id="2147483661" r:id="rId4"/>
    <p:sldLayoutId id="2147483662" r:id="rId5"/>
    <p:sldLayoutId id="2147483659" r:id="rId6"/>
    <p:sldLayoutId id="2147483654" r:id="rId7"/>
    <p:sldLayoutId id="2147483655" r:id="rId8"/>
  </p:sldLayoutIdLst>
  <p:hf hdr="0"/>
  <p:txStyles>
    <p:titleStyle>
      <a:lvl1pPr algn="l" defTabSz="342882" rtl="0" eaLnBrk="1" latinLnBrk="0" hangingPunct="1">
        <a:spcBef>
          <a:spcPct val="0"/>
        </a:spcBef>
        <a:buNone/>
        <a:defRPr sz="2700" b="1" kern="1200">
          <a:solidFill>
            <a:schemeClr val="tx1">
              <a:lumMod val="65000"/>
              <a:lumOff val="35000"/>
            </a:schemeClr>
          </a:solidFill>
          <a:latin typeface="+mj-lt"/>
          <a:ea typeface="+mj-ea"/>
          <a:cs typeface="+mj-cs"/>
        </a:defRPr>
      </a:lvl1pPr>
    </p:titleStyle>
    <p:bodyStyle>
      <a:lvl1pPr marL="257162" indent="-257162" algn="l" defTabSz="342882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185" indent="-214303" algn="l" defTabSz="342882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08" indent="-171442" algn="l" defTabSz="342882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091" indent="-171442" algn="l" defTabSz="342882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2973" indent="-171442" algn="l" defTabSz="342882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857" indent="-171442" algn="l" defTabSz="342882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39" indent="-171442" algn="l" defTabSz="342882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22" indent="-171442" algn="l" defTabSz="342882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06" indent="-171442" algn="l" defTabSz="342882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342882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1pPr>
      <a:lvl2pPr marL="342882" algn="l" defTabSz="342882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2pPr>
      <a:lvl3pPr marL="685766" algn="l" defTabSz="342882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3pPr>
      <a:lvl4pPr marL="1028649" algn="l" defTabSz="342882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371532" algn="l" defTabSz="342882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714414" algn="l" defTabSz="342882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057298" algn="l" defTabSz="342882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400180" algn="l" defTabSz="342882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743062" algn="l" defTabSz="342882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44294A3-327A-6DDA-B26F-E861BC8E225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Lorem ipsum </a:t>
            </a:r>
            <a:r>
              <a:rPr lang="en-GB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dolor</a:t>
            </a:r>
            <a:r>
              <a:rPr lang="en-GB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sit </a:t>
            </a:r>
            <a:r>
              <a:rPr lang="en-GB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amet</a:t>
            </a:r>
            <a:r>
              <a:rPr lang="en-GB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, </a:t>
            </a:r>
            <a:r>
              <a:rPr lang="en-GB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consectetur</a:t>
            </a:r>
            <a:r>
              <a:rPr lang="en-GB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.</a:t>
            </a:r>
            <a:endParaRPr lang="it-IT" dirty="0"/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9360E594-8B59-D064-D0C4-1658D414BF7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Lorem </a:t>
            </a:r>
            <a:r>
              <a:rPr lang="en-GB" dirty="0" err="1"/>
              <a:t>dipsum</a:t>
            </a:r>
            <a:r>
              <a:rPr lang="en-GB" dirty="0"/>
              <a:t>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. Nam </a:t>
            </a:r>
            <a:r>
              <a:rPr lang="en-GB" dirty="0" err="1"/>
              <a:t>hendrerit</a:t>
            </a:r>
            <a:r>
              <a:rPr lang="en-GB" dirty="0"/>
              <a:t> nisi </a:t>
            </a:r>
            <a:r>
              <a:rPr lang="en-GB" dirty="0" err="1"/>
              <a:t>sed</a:t>
            </a:r>
            <a:r>
              <a:rPr lang="en-GB" dirty="0"/>
              <a:t> </a:t>
            </a:r>
            <a:r>
              <a:rPr lang="en-GB" dirty="0" err="1"/>
              <a:t>sollicitudin</a:t>
            </a:r>
            <a:r>
              <a:rPr lang="en-GB" dirty="0"/>
              <a:t> </a:t>
            </a:r>
            <a:r>
              <a:rPr lang="en-GB" dirty="0" err="1"/>
              <a:t>pellentesque</a:t>
            </a:r>
            <a:r>
              <a:rPr lang="en-GB" dirty="0"/>
              <a:t>. </a:t>
            </a:r>
            <a:endParaRPr lang="en-IT" dirty="0"/>
          </a:p>
        </p:txBody>
      </p:sp>
    </p:spTree>
    <p:extLst>
      <p:ext uri="{BB962C8B-B14F-4D97-AF65-F5344CB8AC3E}">
        <p14:creationId xmlns:p14="http://schemas.microsoft.com/office/powerpoint/2010/main" val="22608109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3DE28D-87CC-D313-914B-1681CAE3F9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80565" y="1608750"/>
            <a:ext cx="6400800" cy="978045"/>
          </a:xfrm>
        </p:spPr>
        <p:txBody>
          <a:bodyPr/>
          <a:lstStyle/>
          <a:p>
            <a:r>
              <a:rPr lang="en-GB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Lorem ipsum </a:t>
            </a:r>
            <a:r>
              <a:rPr lang="en-GB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dolor</a:t>
            </a:r>
            <a:r>
              <a:rPr lang="en-GB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sit </a:t>
            </a:r>
            <a:r>
              <a:rPr lang="en-GB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amet</a:t>
            </a:r>
            <a:r>
              <a:rPr lang="en-GB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, </a:t>
            </a:r>
            <a:r>
              <a:rPr lang="en-GB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consectetur</a:t>
            </a:r>
            <a:r>
              <a:rPr lang="en-GB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en-GB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adipiscing</a:t>
            </a:r>
            <a:r>
              <a:rPr lang="en-GB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en-GB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elit</a:t>
            </a:r>
            <a:r>
              <a:rPr lang="en-GB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.</a:t>
            </a:r>
            <a:endParaRPr lang="en-IT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ADA597-58FE-9DCE-2716-A6875C5FAE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80567" y="2879863"/>
            <a:ext cx="6400800" cy="1778819"/>
          </a:xfrm>
        </p:spPr>
        <p:txBody>
          <a:bodyPr/>
          <a:lstStyle/>
          <a:p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. Nam </a:t>
            </a:r>
            <a:r>
              <a:rPr lang="en-GB" dirty="0" err="1"/>
              <a:t>hendrerit</a:t>
            </a:r>
            <a:r>
              <a:rPr lang="en-GB" dirty="0"/>
              <a:t> nisi </a:t>
            </a:r>
            <a:r>
              <a:rPr lang="en-GB" dirty="0" err="1"/>
              <a:t>sed</a:t>
            </a:r>
            <a:r>
              <a:rPr lang="en-GB" dirty="0"/>
              <a:t> </a:t>
            </a:r>
            <a:r>
              <a:rPr lang="en-GB" dirty="0" err="1"/>
              <a:t>sollicitudin</a:t>
            </a:r>
            <a:r>
              <a:rPr lang="en-GB" dirty="0"/>
              <a:t> </a:t>
            </a:r>
            <a:r>
              <a:rPr lang="en-GB" dirty="0" err="1"/>
              <a:t>pellentesque</a:t>
            </a:r>
            <a:r>
              <a:rPr lang="en-GB" dirty="0"/>
              <a:t>. </a:t>
            </a:r>
          </a:p>
          <a:p>
            <a:endParaRPr lang="en-GB" dirty="0"/>
          </a:p>
          <a:p>
            <a:endParaRPr lang="en-GB" dirty="0"/>
          </a:p>
          <a:p>
            <a:r>
              <a:rPr lang="en-GB" sz="1200" dirty="0"/>
              <a:t>Nome </a:t>
            </a:r>
            <a:r>
              <a:rPr lang="en-GB" sz="1200" dirty="0" err="1"/>
              <a:t>autore</a:t>
            </a:r>
            <a:r>
              <a:rPr lang="en-GB" sz="1200" dirty="0"/>
              <a:t>/</a:t>
            </a:r>
            <a:r>
              <a:rPr lang="en-GB" sz="1200" dirty="0" err="1"/>
              <a:t>autrice</a:t>
            </a:r>
            <a:endParaRPr lang="en-IT" sz="1200" dirty="0"/>
          </a:p>
        </p:txBody>
      </p:sp>
    </p:spTree>
    <p:extLst>
      <p:ext uri="{BB962C8B-B14F-4D97-AF65-F5344CB8AC3E}">
        <p14:creationId xmlns:p14="http://schemas.microsoft.com/office/powerpoint/2010/main" val="7304806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801E956-26D4-2C70-C1FC-AC533D4A77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Prova di un titolo bello e accattivante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641C500-EF24-4152-B0B4-112BF42DF6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it-IT" dirty="0"/>
              <a:t>Testo </a:t>
            </a:r>
            <a:r>
              <a:rPr lang="it-IT" dirty="0">
                <a:solidFill>
                  <a:schemeClr val="tx2"/>
                </a:solidFill>
              </a:rPr>
              <a:t>incredibile</a:t>
            </a:r>
            <a:r>
              <a:rPr lang="it-IT" dirty="0"/>
              <a:t> bellissimo super affascinante 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FBDD4AC5-B2EA-F7A8-2EDB-1097F2C92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8B7D7-B5E3-644D-9856-CC0934E69055}" type="slidenum">
              <a:rPr lang="it-IT" smtClean="0"/>
              <a:pPr/>
              <a:t>3</a:t>
            </a:fld>
            <a:endParaRPr lang="it-IT" dirty="0"/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D6A07A37-72A8-5414-C301-A4127070053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it-IT" dirty="0"/>
              <a:t>Prova di un bel sottotitolo</a:t>
            </a:r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5B28E327-3440-2F70-8164-E5A8C1F8E1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Nome insegnamento / tuo nome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8512576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B1F6269-BFC9-76A2-73A7-77D0CAE069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Prova di un bel titolo accattivante 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5525D27-80A0-4FED-A524-31BE17EDDE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Item 1</a:t>
            </a:r>
          </a:p>
          <a:p>
            <a:r>
              <a:rPr lang="it-IT" dirty="0"/>
              <a:t>Item 2</a:t>
            </a:r>
          </a:p>
          <a:p>
            <a:r>
              <a:rPr lang="it-IT" dirty="0"/>
              <a:t>Item 3</a:t>
            </a:r>
          </a:p>
          <a:p>
            <a:r>
              <a:rPr lang="it-IT" dirty="0"/>
              <a:t>Item 4</a:t>
            </a:r>
          </a:p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BAB3B87B-5EA8-AD46-1961-C6385B170E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8B7D7-B5E3-644D-9856-CC0934E69055}" type="slidenum">
              <a:rPr lang="it-IT" smtClean="0"/>
              <a:pPr/>
              <a:t>4</a:t>
            </a:fld>
            <a:endParaRPr lang="it-IT" dirty="0"/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9CE83507-D965-DCFB-2FB9-7E972D4F7E3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it-IT" dirty="0"/>
              <a:t>Sottotitolo carino </a:t>
            </a:r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2AC4F2B3-7301-2E5F-8F55-2D4E6EC779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Nome insegnamento / tuo nome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5506196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5154BAE-3344-C80E-8DF2-408DC19E50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Titolo bellissimo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DBCAFCAB-598F-1E76-E34A-DA7253ABCEA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it-IT" dirty="0"/>
              <a:t>Sottotitolo incredibile</a:t>
            </a:r>
          </a:p>
        </p:txBody>
      </p:sp>
      <p:sp>
        <p:nvSpPr>
          <p:cNvPr id="4" name="Segnaposto immagine 3">
            <a:extLst>
              <a:ext uri="{FF2B5EF4-FFF2-40B4-BE49-F238E27FC236}">
                <a16:creationId xmlns:a16="http://schemas.microsoft.com/office/drawing/2014/main" id="{4A388644-A175-B53A-625F-C8D3A45CF28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5BA374DA-0A3A-155C-7CC0-2A7163530F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8B7D7-B5E3-644D-9856-CC0934E69055}" type="slidenum">
              <a:rPr lang="it-IT" smtClean="0"/>
              <a:pPr/>
              <a:t>5</a:t>
            </a:fld>
            <a:endParaRPr lang="it-IT" dirty="0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DE653262-E9A6-12DB-45E2-9B97E99B0B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Nome insegnamento / tuo nome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7203776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15C55AD9-449E-D4EF-BB67-8EF425C5F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8B7D7-B5E3-644D-9856-CC0934E69055}" type="slidenum">
              <a:rPr lang="it-IT" smtClean="0"/>
              <a:pPr/>
              <a:t>6</a:t>
            </a:fld>
            <a:endParaRPr lang="it-IT" dirty="0"/>
          </a:p>
        </p:txBody>
      </p:sp>
      <p:sp>
        <p:nvSpPr>
          <p:cNvPr id="7" name="Segnaposto immagine 6">
            <a:extLst>
              <a:ext uri="{FF2B5EF4-FFF2-40B4-BE49-F238E27FC236}">
                <a16:creationId xmlns:a16="http://schemas.microsoft.com/office/drawing/2014/main" id="{FB2707E3-6955-8006-C56B-CF4D22437AA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91980D04-480D-8336-4F32-F62D5A9148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Nome insegnamento / tuo nome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92428494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">
      <a:dk1>
        <a:srgbClr val="000000"/>
      </a:dk1>
      <a:lt1>
        <a:srgbClr val="FFFFFF"/>
      </a:lt1>
      <a:dk2>
        <a:srgbClr val="93041F"/>
      </a:dk2>
      <a:lt2>
        <a:srgbClr val="EEECE1"/>
      </a:lt2>
      <a:accent1>
        <a:srgbClr val="DF421F"/>
      </a:accent1>
      <a:accent2>
        <a:srgbClr val="AA4745"/>
      </a:accent2>
      <a:accent3>
        <a:srgbClr val="BE0028"/>
      </a:accent3>
      <a:accent4>
        <a:srgbClr val="D83E2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2216</TotalTime>
  <Words>118</Words>
  <Application>Microsoft Macintosh PowerPoint</Application>
  <PresentationFormat>Presentazione su schermo (16:9)</PresentationFormat>
  <Paragraphs>27</Paragraphs>
  <Slides>6</Slides>
  <Notes>1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6</vt:i4>
      </vt:variant>
    </vt:vector>
  </HeadingPairs>
  <TitlesOfParts>
    <vt:vector size="11" baseType="lpstr">
      <vt:lpstr>Arial</vt:lpstr>
      <vt:lpstr>Calibri</vt:lpstr>
      <vt:lpstr>Helvetica Neue</vt:lpstr>
      <vt:lpstr>Helvetica Neue Light</vt:lpstr>
      <vt:lpstr>Tema di Office</vt:lpstr>
      <vt:lpstr>Lorem ipsum dolor sit amet, consectetur.</vt:lpstr>
      <vt:lpstr>Lorem ipsum dolor sit amet, consectetur adipiscing elit.</vt:lpstr>
      <vt:lpstr>Prova di un titolo bello e accattivante</vt:lpstr>
      <vt:lpstr>Prova di un bel titolo accattivante </vt:lpstr>
      <vt:lpstr>Titolo bellissimo</vt:lpstr>
      <vt:lpstr>Presentazione standard di PowerPoint</vt:lpstr>
    </vt:vector>
  </TitlesOfParts>
  <Company>MORE-service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di PowerPoint</dc:title>
  <dc:creator>Luca Gasparini</dc:creator>
  <cp:lastModifiedBy>GIULIA TAMPONE</cp:lastModifiedBy>
  <cp:revision>53</cp:revision>
  <dcterms:created xsi:type="dcterms:W3CDTF">2015-06-30T14:46:04Z</dcterms:created>
  <dcterms:modified xsi:type="dcterms:W3CDTF">2026-06-03T13:27:31Z</dcterms:modified>
</cp:coreProperties>
</file>