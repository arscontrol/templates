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3" r:id="rId2"/>
    <p:sldId id="270" r:id="rId3"/>
    <p:sldId id="274" r:id="rId4"/>
    <p:sldId id="275" r:id="rId5"/>
    <p:sldId id="277" r:id="rId6"/>
    <p:sldId id="276" r:id="rId7"/>
  </p:sldIdLst>
  <p:sldSz cx="9144000" cy="5143500" type="screen16x9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senza titolo" id="{FBAAC3BD-6880-4A9D-9E0F-7476FA6900A5}">
          <p14:sldIdLst>
            <p14:sldId id="273"/>
            <p14:sldId id="270"/>
            <p14:sldId id="274"/>
            <p14:sldId id="275"/>
            <p14:sldId id="277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4124"/>
    <a:srgbClr val="525351"/>
    <a:srgbClr val="EB30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8B50A2-7760-B144-9062-DD33AF684BC6}" v="37" dt="2026-06-03T12:38:20.4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Stile medio 1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74" autoAdjust="0"/>
    <p:restoredTop sz="94681" autoAdjust="0"/>
  </p:normalViewPr>
  <p:slideViewPr>
    <p:cSldViewPr snapToGrid="0" snapToObjects="1">
      <p:cViewPr>
        <p:scale>
          <a:sx n="90" d="100"/>
          <a:sy n="90" d="100"/>
        </p:scale>
        <p:origin x="1448" y="12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3" d="100"/>
          <a:sy n="93" d="100"/>
        </p:scale>
        <p:origin x="3784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7C68A3-539B-614C-AEED-9F3672566120}" type="datetimeFigureOut">
              <a:rPr lang="it-IT" smtClean="0"/>
              <a:t>04/06/2026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7824B-A553-014E-91C5-21C7C50A6CB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9269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825F9-C3E2-E147-B6D3-335C60204E37}" type="datetimeFigureOut">
              <a:rPr lang="it-IT" smtClean="0"/>
              <a:t>04/06/2026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8AB75-C383-C444-BAD8-6C37ACA0136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867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8AB75-C383-C444-BAD8-6C37ACA0136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64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_principa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red and orange circle&#10;&#10;AI-generated content may be incorrect.">
            <a:extLst>
              <a:ext uri="{FF2B5EF4-FFF2-40B4-BE49-F238E27FC236}">
                <a16:creationId xmlns:a16="http://schemas.microsoft.com/office/drawing/2014/main" id="{AC9F49FF-B681-655D-E7D8-EE70EDD15C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5179" y="-210375"/>
            <a:ext cx="9288843" cy="5805526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1067229" y="1483366"/>
            <a:ext cx="5205752" cy="1088384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3360"/>
              </a:lnSpc>
              <a:defRPr sz="3400" b="1" i="0">
                <a:solidFill>
                  <a:schemeClr val="bg1"/>
                </a:solidFill>
                <a:latin typeface="Helvetica Neue"/>
                <a:cs typeface="Helvetica Neue"/>
              </a:defRPr>
            </a:lvl1pPr>
          </a:lstStyle>
          <a:p>
            <a:r>
              <a:rPr lang="it-IT" dirty="0"/>
              <a:t>Fare clic per modificare stile modifica 5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1067229" y="2710777"/>
            <a:ext cx="3770243" cy="1326537"/>
          </a:xfrm>
          <a:prstGeom prst="rect">
            <a:avLst/>
          </a:prstGeom>
        </p:spPr>
        <p:txBody>
          <a:bodyPr/>
          <a:lstStyle>
            <a:lvl1pPr marL="0" marR="0" indent="0" algn="l" defTabSz="342882" rtl="0" eaLnBrk="1" fontAlgn="auto" latinLnBrk="0" hangingPunct="1">
              <a:lnSpc>
                <a:spcPts val="234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0" i="0">
                <a:solidFill>
                  <a:srgbClr val="FFFFFF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  <a:lvl2pPr marL="3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342882" rtl="0" eaLnBrk="1" fontAlgn="auto" latinLnBrk="0" hangingPunct="1">
              <a:lnSpc>
                <a:spcPts val="234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it-IT" dirty="0"/>
              <a:t>Fare clic per modificare lo stile del sottotitolo dello schema Fare clic per modificare lo stile del sottotitolo dello schema</a:t>
            </a:r>
          </a:p>
          <a:p>
            <a:endParaRPr lang="it-IT" dirty="0"/>
          </a:p>
        </p:txBody>
      </p:sp>
      <p:pic>
        <p:nvPicPr>
          <p:cNvPr id="13" name="Picture 12" descr="A logo with text on it&#10;&#10;AI-generated content may be incorrect.">
            <a:extLst>
              <a:ext uri="{FF2B5EF4-FFF2-40B4-BE49-F238E27FC236}">
                <a16:creationId xmlns:a16="http://schemas.microsoft.com/office/drawing/2014/main" id="{25F77AEB-80FF-FF78-A516-8FFBD13472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89525" y="3755893"/>
            <a:ext cx="2892279" cy="1231640"/>
          </a:xfrm>
          <a:prstGeom prst="rect">
            <a:avLst/>
          </a:prstGeom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F2DB8EFC-3F55-B26D-53B0-D5DBDD5AB4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0464" y="247135"/>
            <a:ext cx="2244840" cy="44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35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_principale_o_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3E86A888-1779-450A-4C16-1E97B2AB81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26962" y="1281531"/>
            <a:ext cx="9215860" cy="3959940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1380565" y="1849500"/>
            <a:ext cx="6400800" cy="52835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lnSpc>
                <a:spcPts val="3360"/>
              </a:lnSpc>
              <a:defRPr sz="3400" b="1" i="0">
                <a:solidFill>
                  <a:schemeClr val="bg1"/>
                </a:solidFill>
                <a:latin typeface="Helvetica Neue"/>
                <a:cs typeface="Helvetica Neue"/>
              </a:defRPr>
            </a:lvl1pPr>
          </a:lstStyle>
          <a:p>
            <a:r>
              <a:rPr lang="it-IT" dirty="0"/>
              <a:t>Big </a:t>
            </a:r>
            <a:r>
              <a:rPr lang="it-IT" dirty="0" err="1"/>
              <a:t>title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1380565" y="2571750"/>
            <a:ext cx="6400800" cy="177881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342882" rtl="0" eaLnBrk="1" fontAlgn="auto" latinLnBrk="0" hangingPunct="1">
              <a:lnSpc>
                <a:spcPts val="234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0" i="0">
                <a:solidFill>
                  <a:srgbClr val="FFFFFF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  <a:lvl2pPr marL="3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342882" rtl="0" eaLnBrk="1" fontAlgn="auto" latinLnBrk="0" hangingPunct="1">
              <a:lnSpc>
                <a:spcPts val="234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it-IT" dirty="0"/>
              <a:t>Small </a:t>
            </a:r>
            <a:r>
              <a:rPr lang="it-IT" dirty="0" err="1"/>
              <a:t>title</a:t>
            </a:r>
            <a:endParaRPr lang="it-IT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0FF5B75-077D-2BAA-E408-86EB4EAFFA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7993" y="66308"/>
            <a:ext cx="2976491" cy="1172557"/>
          </a:xfrm>
          <a:prstGeom prst="rect">
            <a:avLst/>
          </a:prstGeom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1A315A02-ECEA-FB71-D6A7-072E42D73B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42115" y="334590"/>
            <a:ext cx="3183895" cy="63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02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_norm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90997" y="229500"/>
            <a:ext cx="8761179" cy="386100"/>
          </a:xfrm>
          <a:prstGeom prst="rect">
            <a:avLst/>
          </a:prstGeom>
        </p:spPr>
        <p:txBody>
          <a:bodyPr anchor="ctr" anchorCtr="0"/>
          <a:lstStyle>
            <a:lvl1pPr>
              <a:defRPr b="1" i="0">
                <a:solidFill>
                  <a:schemeClr val="tx1"/>
                </a:solidFill>
                <a:latin typeface="Helvetica Neue"/>
                <a:cs typeface="Helvetica Neue"/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90997" y="1345580"/>
            <a:ext cx="8761180" cy="3098622"/>
          </a:xfrm>
          <a:prstGeom prst="rect">
            <a:avLst/>
          </a:prstGeom>
        </p:spPr>
        <p:txBody>
          <a:bodyPr numCol="1" spcCol="360000">
            <a:normAutofit/>
          </a:bodyPr>
          <a:lstStyle>
            <a:lvl1pPr marL="0" marR="0" indent="0" algn="just" defTabSz="34288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/>
              </a:defRPr>
            </a:lvl1pPr>
          </a:lstStyle>
          <a:p>
            <a:pPr marL="0" marR="0" lvl="0" indent="0" algn="just" defTabSz="34288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it-IT" dirty="0"/>
              <a:t>Fare clic per modificare gli stili del testo 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lvl1pPr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E0F8B7D7-B5E3-644D-9856-CC0934E69055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998" y="631800"/>
            <a:ext cx="8761178" cy="2457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951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/>
              </a:defRPr>
            </a:lvl1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5AE2346B-DE7D-97EA-B1E6-B0C5F62EA1F6}"/>
              </a:ext>
            </a:extLst>
          </p:cNvPr>
          <p:cNvSpPr txBox="1">
            <a:spLocks/>
          </p:cNvSpPr>
          <p:nvPr userDrawn="1"/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defPPr>
              <a:defRPr lang="it-IT"/>
            </a:defPPr>
            <a:lvl1pPr marL="0" algn="l" defTabSz="457200" rtl="0" eaLnBrk="1" latinLnBrk="0" hangingPunct="1">
              <a:defRPr sz="675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ea typeface="+mn-ea"/>
                <a:cs typeface="Helvetica Neue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F8B7D7-B5E3-644D-9856-CC0934E69055}" type="slidenum">
              <a:rPr lang="it-IT" sz="675" smtClean="0"/>
              <a:pPr/>
              <a:t>‹#›</a:t>
            </a:fld>
            <a:endParaRPr lang="it-IT" sz="675" dirty="0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97071353-CA1C-A932-7BC0-5948179A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4959" y="4729759"/>
            <a:ext cx="2946918" cy="273844"/>
          </a:xfrm>
          <a:prstGeom prst="rect">
            <a:avLst/>
          </a:prstGeom>
        </p:spPr>
        <p:txBody>
          <a:bodyPr anchor="t" anchorCtr="0"/>
          <a:lstStyle>
            <a:lvl1pPr algn="l">
              <a:defRPr sz="751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it-IT" dirty="0"/>
              <a:t>Nome insegnamento / tuo nome</a:t>
            </a:r>
          </a:p>
        </p:txBody>
      </p:sp>
      <p:pic>
        <p:nvPicPr>
          <p:cNvPr id="11" name="Picture 11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8323045D-AD19-91A3-0516-2DE82CCB2A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998" y="4706106"/>
            <a:ext cx="1053076" cy="258173"/>
          </a:xfrm>
          <a:prstGeom prst="rect">
            <a:avLst/>
          </a:pr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DD154E15-3630-0C8D-F1AE-935D2B2128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1902" y="4729762"/>
            <a:ext cx="557179" cy="23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47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_a_due_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90997" y="229500"/>
            <a:ext cx="8761179" cy="386100"/>
          </a:xfrm>
          <a:prstGeom prst="rect">
            <a:avLst/>
          </a:prstGeom>
        </p:spPr>
        <p:txBody>
          <a:bodyPr anchor="ctr" anchorCtr="0"/>
          <a:lstStyle>
            <a:lvl1pPr>
              <a:defRPr b="1" i="0">
                <a:solidFill>
                  <a:schemeClr val="tx1"/>
                </a:solidFill>
                <a:latin typeface="Helvetica Neue"/>
                <a:cs typeface="Helvetica Neue"/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190997" y="1345580"/>
            <a:ext cx="8761180" cy="3098622"/>
          </a:xfrm>
          <a:prstGeom prst="rect">
            <a:avLst/>
          </a:prstGeom>
        </p:spPr>
        <p:txBody>
          <a:bodyPr numCol="2" spcCol="360000">
            <a:normAutofit/>
          </a:bodyPr>
          <a:lstStyle>
            <a:lvl1pPr marL="0" marR="0" indent="0" algn="just" defTabSz="34288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/>
              </a:defRPr>
            </a:lvl1pPr>
          </a:lstStyle>
          <a:p>
            <a:pPr marL="0" marR="0" lvl="0" indent="0" algn="just" defTabSz="34288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it-IT" dirty="0"/>
              <a:t>Fare clic per modificare gli stili del testo a due colonne 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lvl1pPr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E0F8B7D7-B5E3-644D-9856-CC0934E69055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998" y="631800"/>
            <a:ext cx="8761178" cy="2457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951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/>
              </a:defRPr>
            </a:lvl1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5AE2346B-DE7D-97EA-B1E6-B0C5F62EA1F6}"/>
              </a:ext>
            </a:extLst>
          </p:cNvPr>
          <p:cNvSpPr txBox="1">
            <a:spLocks/>
          </p:cNvSpPr>
          <p:nvPr userDrawn="1"/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defPPr>
              <a:defRPr lang="it-IT"/>
            </a:defPPr>
            <a:lvl1pPr marL="0" algn="l" defTabSz="457200" rtl="0" eaLnBrk="1" latinLnBrk="0" hangingPunct="1">
              <a:defRPr sz="675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ea typeface="+mn-ea"/>
                <a:cs typeface="Helvetica Neue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F8B7D7-B5E3-644D-9856-CC0934E69055}" type="slidenum">
              <a:rPr lang="it-IT" sz="675" smtClean="0"/>
              <a:pPr/>
              <a:t>‹#›</a:t>
            </a:fld>
            <a:endParaRPr lang="it-IT" sz="675" dirty="0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97071353-CA1C-A932-7BC0-5948179A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4959" y="4729759"/>
            <a:ext cx="2946918" cy="273844"/>
          </a:xfrm>
          <a:prstGeom prst="rect">
            <a:avLst/>
          </a:prstGeom>
        </p:spPr>
        <p:txBody>
          <a:bodyPr anchor="t" anchorCtr="0"/>
          <a:lstStyle>
            <a:lvl1pPr algn="l">
              <a:defRPr sz="751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it-IT" dirty="0"/>
              <a:t>Nome insegnamento / tuo nome</a:t>
            </a:r>
          </a:p>
        </p:txBody>
      </p:sp>
      <p:pic>
        <p:nvPicPr>
          <p:cNvPr id="11" name="Picture 11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8323045D-AD19-91A3-0516-2DE82CCB2A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998" y="4706106"/>
            <a:ext cx="1053076" cy="258173"/>
          </a:xfrm>
          <a:prstGeom prst="rect">
            <a:avLst/>
          </a:pr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DD154E15-3630-0C8D-F1AE-935D2B2128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1902" y="4729762"/>
            <a:ext cx="557179" cy="23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90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90997" y="229500"/>
            <a:ext cx="8761179" cy="386100"/>
          </a:xfrm>
          <a:prstGeom prst="rect">
            <a:avLst/>
          </a:prstGeom>
        </p:spPr>
        <p:txBody>
          <a:bodyPr anchor="ctr" anchorCtr="0"/>
          <a:lstStyle>
            <a:lvl1pPr>
              <a:defRPr b="1" i="0">
                <a:solidFill>
                  <a:schemeClr val="tx1"/>
                </a:solidFill>
                <a:latin typeface="Helvetica Neue"/>
                <a:cs typeface="Helvetica Neue"/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lvl1pPr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E0F8B7D7-B5E3-644D-9856-CC0934E69055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998" y="631800"/>
            <a:ext cx="8761178" cy="2457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951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/>
              </a:defRPr>
            </a:lvl1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5AE2346B-DE7D-97EA-B1E6-B0C5F62EA1F6}"/>
              </a:ext>
            </a:extLst>
          </p:cNvPr>
          <p:cNvSpPr txBox="1">
            <a:spLocks/>
          </p:cNvSpPr>
          <p:nvPr userDrawn="1"/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defPPr>
              <a:defRPr lang="it-IT"/>
            </a:defPPr>
            <a:lvl1pPr marL="0" algn="l" defTabSz="457200" rtl="0" eaLnBrk="1" latinLnBrk="0" hangingPunct="1">
              <a:defRPr sz="675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ea typeface="+mn-ea"/>
                <a:cs typeface="Helvetica Neue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F8B7D7-B5E3-644D-9856-CC0934E69055}" type="slidenum">
              <a:rPr lang="it-IT" sz="675" smtClean="0"/>
              <a:pPr/>
              <a:t>‹#›</a:t>
            </a:fld>
            <a:endParaRPr lang="it-IT" sz="675" dirty="0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97071353-CA1C-A932-7BC0-5948179A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4959" y="4729759"/>
            <a:ext cx="2946918" cy="273844"/>
          </a:xfrm>
          <a:prstGeom prst="rect">
            <a:avLst/>
          </a:prstGeom>
        </p:spPr>
        <p:txBody>
          <a:bodyPr anchor="t" anchorCtr="0"/>
          <a:lstStyle>
            <a:lvl1pPr algn="l">
              <a:defRPr sz="751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it-IT" dirty="0"/>
              <a:t>Nome insegnamento / tuo nome</a:t>
            </a:r>
          </a:p>
        </p:txBody>
      </p:sp>
      <p:pic>
        <p:nvPicPr>
          <p:cNvPr id="11" name="Picture 11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8323045D-AD19-91A3-0516-2DE82CCB2A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998" y="4706106"/>
            <a:ext cx="1053076" cy="258173"/>
          </a:xfrm>
          <a:prstGeom prst="rect">
            <a:avLst/>
          </a:pr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DD154E15-3630-0C8D-F1AE-935D2B2128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1902" y="4729762"/>
            <a:ext cx="557179" cy="239461"/>
          </a:xfrm>
          <a:prstGeom prst="rect">
            <a:avLst/>
          </a:prstGeom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30F9EF3B-1990-9C27-94DA-0989C76C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97" y="1345580"/>
            <a:ext cx="8761180" cy="3098622"/>
          </a:xfrm>
          <a:prstGeom prst="rect">
            <a:avLst/>
          </a:prstGeom>
        </p:spPr>
        <p:txBody>
          <a:bodyPr numCol="1" spcCol="360000">
            <a:normAutofit/>
          </a:bodyPr>
          <a:lstStyle>
            <a:lvl1pPr marL="0" marR="0" indent="0" algn="just" defTabSz="34288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/>
              </a:defRPr>
            </a:lvl1pPr>
          </a:lstStyle>
          <a:p>
            <a:pPr marL="0" marR="0" lvl="0" indent="0" algn="just" defTabSz="34288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48247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_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90997" y="229500"/>
            <a:ext cx="8761177" cy="386100"/>
          </a:xfrm>
          <a:prstGeom prst="rect">
            <a:avLst/>
          </a:prstGeom>
        </p:spPr>
        <p:txBody>
          <a:bodyPr anchor="ctr" anchorCtr="0"/>
          <a:lstStyle>
            <a:lvl1pPr>
              <a:defRPr b="1" i="0">
                <a:solidFill>
                  <a:schemeClr val="tx1"/>
                </a:solidFill>
                <a:latin typeface="Helvetica Neue"/>
                <a:cs typeface="Helvetica Neue"/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190997" y="1345580"/>
            <a:ext cx="8761179" cy="3098622"/>
          </a:xfrm>
          <a:prstGeom prst="rect">
            <a:avLst/>
          </a:prstGeom>
        </p:spPr>
        <p:txBody>
          <a:bodyPr numCol="1" spcCol="360000">
            <a:normAutofit/>
          </a:bodyPr>
          <a:lstStyle>
            <a:lvl1pPr marL="0" indent="0" algn="just">
              <a:buFont typeface="Arial" panose="020B0604020202020204" pitchFamily="34" charset="0"/>
              <a:buChar char="•"/>
              <a:defRPr sz="20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/>
              </a:defRPr>
            </a:lvl1pPr>
          </a:lstStyle>
          <a:p>
            <a:pPr lvl="0"/>
            <a:r>
              <a:rPr lang="it-IT" dirty="0"/>
              <a:t>Item 1</a:t>
            </a:r>
          </a:p>
          <a:p>
            <a:pPr lvl="0"/>
            <a:r>
              <a:rPr lang="it-IT" dirty="0"/>
              <a:t>Item 2</a:t>
            </a:r>
          </a:p>
          <a:p>
            <a:pPr lvl="0"/>
            <a:r>
              <a:rPr lang="it-IT" dirty="0"/>
              <a:t>……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lvl1pPr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E0F8B7D7-B5E3-644D-9856-CC0934E69055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998" y="631800"/>
            <a:ext cx="8761178" cy="2457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951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/>
              </a:defRPr>
            </a:lvl1pPr>
          </a:lstStyle>
          <a:p>
            <a:pPr lvl="0"/>
            <a:r>
              <a:rPr lang="it-IT" dirty="0"/>
              <a:t>Sottotitolo</a:t>
            </a:r>
          </a:p>
        </p:txBody>
      </p:sp>
      <p:pic>
        <p:nvPicPr>
          <p:cNvPr id="12" name="Picture 11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A936C6FF-A13F-CAB0-2784-26BD96EDC3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998" y="4706106"/>
            <a:ext cx="1053076" cy="258173"/>
          </a:xfrm>
          <a:prstGeom prst="rect">
            <a:avLst/>
          </a:prstGeom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16235CFC-195A-BFA9-1BF3-E7E7721A09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1902" y="4729762"/>
            <a:ext cx="557179" cy="239461"/>
          </a:xfrm>
          <a:prstGeom prst="rect">
            <a:avLst/>
          </a:prstGeom>
        </p:spPr>
      </p:pic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730A27AF-C364-D476-1439-0E965CD81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4959" y="4729759"/>
            <a:ext cx="2946918" cy="273844"/>
          </a:xfrm>
          <a:prstGeom prst="rect">
            <a:avLst/>
          </a:prstGeom>
        </p:spPr>
        <p:txBody>
          <a:bodyPr anchor="t" anchorCtr="0"/>
          <a:lstStyle>
            <a:lvl1pPr algn="l">
              <a:defRPr sz="751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it-IT" dirty="0"/>
              <a:t>Nome insegnamento / tuo nome</a:t>
            </a:r>
          </a:p>
        </p:txBody>
      </p:sp>
    </p:spTree>
    <p:extLst>
      <p:ext uri="{BB962C8B-B14F-4D97-AF65-F5344CB8AC3E}">
        <p14:creationId xmlns:p14="http://schemas.microsoft.com/office/powerpoint/2010/main" val="23241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_con_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90998" y="229500"/>
            <a:ext cx="8761178" cy="386100"/>
          </a:xfrm>
          <a:prstGeom prst="rect">
            <a:avLst/>
          </a:prstGeom>
        </p:spPr>
        <p:txBody>
          <a:bodyPr anchor="ctr" anchorCtr="0"/>
          <a:lstStyle>
            <a:lvl1pPr>
              <a:defRPr b="1" i="0">
                <a:solidFill>
                  <a:schemeClr val="tx1"/>
                </a:solidFill>
                <a:latin typeface="Helvetica Neue"/>
                <a:cs typeface="Helvetica Neue"/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997" y="631800"/>
            <a:ext cx="8761179" cy="2457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951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/>
              </a:defRPr>
            </a:lvl1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A4D6A3-539C-9593-235C-DF0882DB9984}"/>
              </a:ext>
            </a:extLst>
          </p:cNvPr>
          <p:cNvSpPr txBox="1"/>
          <p:nvPr userDrawn="1"/>
        </p:nvSpPr>
        <p:spPr>
          <a:xfrm>
            <a:off x="190998" y="1286109"/>
            <a:ext cx="438100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Lorem ipsum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dolor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sit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amet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,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consectetur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adipiscing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elit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. Nam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hendrerit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nisi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sed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sollicitudin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pellentesque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. Nunc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posuere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purus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rhoncus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pulvinar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aliquam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. Ut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aliquet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tristique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nisl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vitae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volutpat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.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Nulla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aliquet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porttitor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venenatis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. Donec a dui et dui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fringilla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consectetur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id nec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massa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.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Aliquam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erat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volutpat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. Sed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ut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dui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ut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lacus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dictum fermentum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vel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tincidunt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neque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.</a:t>
            </a:r>
            <a:endParaRPr lang="en-IT" sz="1400" b="0" i="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40EAA26-55A6-19E7-E9FA-5765758FB2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70502" y="1375319"/>
            <a:ext cx="3873500" cy="29807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endParaRPr lang="en-IT" dirty="0"/>
          </a:p>
        </p:txBody>
      </p:sp>
      <p:sp>
        <p:nvSpPr>
          <p:cNvPr id="3" name="Segnaposto numero diapositiva 5">
            <a:extLst>
              <a:ext uri="{FF2B5EF4-FFF2-40B4-BE49-F238E27FC236}">
                <a16:creationId xmlns:a16="http://schemas.microsoft.com/office/drawing/2014/main" id="{C9BF1688-94DC-6F43-B95C-7B3A15FE1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lvl1pPr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E0F8B7D7-B5E3-644D-9856-CC0934E69055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11" name="Picture 11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895C545A-BE47-795A-E6BC-09315B3B5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998" y="4706106"/>
            <a:ext cx="1053076" cy="258173"/>
          </a:xfrm>
          <a:prstGeom prst="rect">
            <a:avLst/>
          </a:pr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DD8B0FDC-1E83-E6E9-0F7A-90476B34A3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1902" y="4729762"/>
            <a:ext cx="557179" cy="239461"/>
          </a:xfrm>
          <a:prstGeom prst="rect">
            <a:avLst/>
          </a:prstGeom>
        </p:spPr>
      </p:pic>
      <p:sp>
        <p:nvSpPr>
          <p:cNvPr id="16" name="Segnaposto piè di pagina 4">
            <a:extLst>
              <a:ext uri="{FF2B5EF4-FFF2-40B4-BE49-F238E27FC236}">
                <a16:creationId xmlns:a16="http://schemas.microsoft.com/office/drawing/2014/main" id="{880DF073-7B12-B1D8-336D-3060AA59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4959" y="4729759"/>
            <a:ext cx="2946918" cy="273844"/>
          </a:xfrm>
          <a:prstGeom prst="rect">
            <a:avLst/>
          </a:prstGeom>
        </p:spPr>
        <p:txBody>
          <a:bodyPr anchor="t" anchorCtr="0"/>
          <a:lstStyle>
            <a:lvl1pPr algn="l">
              <a:defRPr sz="751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it-IT" dirty="0"/>
              <a:t>Nome insegnamento / tuo nome</a:t>
            </a:r>
          </a:p>
        </p:txBody>
      </p:sp>
    </p:spTree>
    <p:extLst>
      <p:ext uri="{BB962C8B-B14F-4D97-AF65-F5344CB8AC3E}">
        <p14:creationId xmlns:p14="http://schemas.microsoft.com/office/powerpoint/2010/main" val="855415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lvl1pPr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E0F8B7D7-B5E3-644D-9856-CC0934E69055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40EAA26-55A6-19E7-E9FA-5765758FB2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45199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endParaRPr lang="en-IT" dirty="0"/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5D3EACD5-C4CC-3E77-6DCB-AB10C95FF622}"/>
              </a:ext>
            </a:extLst>
          </p:cNvPr>
          <p:cNvSpPr txBox="1">
            <a:spLocks/>
          </p:cNvSpPr>
          <p:nvPr userDrawn="1"/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defPPr>
              <a:defRPr lang="it-IT"/>
            </a:defPPr>
            <a:lvl1pPr marL="0" algn="l" defTabSz="457200" rtl="0" eaLnBrk="1" latinLnBrk="0" hangingPunct="1">
              <a:defRPr sz="675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ea typeface="+mn-ea"/>
                <a:cs typeface="Helvetica Neue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F8B7D7-B5E3-644D-9856-CC0934E69055}" type="slidenum">
              <a:rPr lang="it-IT" sz="675" smtClean="0"/>
              <a:pPr/>
              <a:t>‹#›</a:t>
            </a:fld>
            <a:endParaRPr lang="it-IT" sz="675" dirty="0"/>
          </a:p>
        </p:txBody>
      </p:sp>
      <p:pic>
        <p:nvPicPr>
          <p:cNvPr id="5" name="Picture 11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895510E0-E33A-AE50-E921-DCEAE307CE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998" y="4706106"/>
            <a:ext cx="1053076" cy="258173"/>
          </a:xfrm>
          <a:prstGeom prst="rect">
            <a:avLst/>
          </a:prstGeom>
        </p:spPr>
      </p:pic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6C8853D0-8A57-C6B9-FD8F-48DEB9101A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1902" y="4729762"/>
            <a:ext cx="557179" cy="239461"/>
          </a:xfrm>
          <a:prstGeom prst="rect">
            <a:avLst/>
          </a:prstGeom>
        </p:spPr>
      </p:pic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C7B3C452-FA23-57D9-99DF-C555495E8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4959" y="4729759"/>
            <a:ext cx="2946918" cy="273844"/>
          </a:xfrm>
          <a:prstGeom prst="rect">
            <a:avLst/>
          </a:prstGeom>
        </p:spPr>
        <p:txBody>
          <a:bodyPr anchor="t" anchorCtr="0"/>
          <a:lstStyle>
            <a:lvl1pPr algn="l">
              <a:defRPr sz="751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it-IT" dirty="0"/>
              <a:t>Nome insegnamento / tuo nome</a:t>
            </a:r>
          </a:p>
        </p:txBody>
      </p:sp>
    </p:spTree>
    <p:extLst>
      <p:ext uri="{BB962C8B-B14F-4D97-AF65-F5344CB8AC3E}">
        <p14:creationId xmlns:p14="http://schemas.microsoft.com/office/powerpoint/2010/main" val="339913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44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61" r:id="rId4"/>
    <p:sldLayoutId id="2147483662" r:id="rId5"/>
    <p:sldLayoutId id="2147483659" r:id="rId6"/>
    <p:sldLayoutId id="2147483654" r:id="rId7"/>
    <p:sldLayoutId id="2147483655" r:id="rId8"/>
  </p:sldLayoutIdLst>
  <p:hf hdr="0"/>
  <p:txStyles>
    <p:titleStyle>
      <a:lvl1pPr algn="l" defTabSz="342882" rtl="0" eaLnBrk="1" latinLnBrk="0" hangingPunct="1">
        <a:spcBef>
          <a:spcPct val="0"/>
        </a:spcBef>
        <a:buNone/>
        <a:defRPr sz="2700" b="1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257162" indent="-257162" algn="l" defTabSz="342882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185" indent="-214303" algn="l" defTabSz="342882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8" indent="-171442" algn="l" defTabSz="342882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342882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3" indent="-171442" algn="l" defTabSz="342882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4294A3-327A-6DDA-B26F-E861BC8E22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Lorem ipsum 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dolor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sit 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amet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consectetur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360E594-8B59-D064-D0C4-1658D414BF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Lorem </a:t>
            </a:r>
            <a:r>
              <a:rPr lang="en-GB" dirty="0" err="1"/>
              <a:t>dipsum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Nam </a:t>
            </a:r>
            <a:r>
              <a:rPr lang="en-GB" dirty="0" err="1"/>
              <a:t>hendrerit</a:t>
            </a:r>
            <a:r>
              <a:rPr lang="en-GB" dirty="0"/>
              <a:t> nisi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sollicitudin</a:t>
            </a:r>
            <a:r>
              <a:rPr lang="en-GB" dirty="0"/>
              <a:t> </a:t>
            </a:r>
            <a:r>
              <a:rPr lang="en-GB" dirty="0" err="1"/>
              <a:t>pellentesque</a:t>
            </a:r>
            <a:r>
              <a:rPr lang="en-GB" dirty="0"/>
              <a:t>. 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260810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E28D-87CC-D313-914B-1681CAE3F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0565" y="1608750"/>
            <a:ext cx="6400800" cy="978045"/>
          </a:xfrm>
        </p:spPr>
        <p:txBody>
          <a:bodyPr/>
          <a:lstStyle/>
          <a:p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Lorem ipsum 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dolor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sit 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amet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consectetur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adipiscing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elit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endParaRPr lang="en-IT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DA597-58FE-9DCE-2716-A6875C5FA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0567" y="2879863"/>
            <a:ext cx="6400800" cy="1778819"/>
          </a:xfrm>
        </p:spPr>
        <p:txBody>
          <a:bodyPr/>
          <a:lstStyle/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Nam </a:t>
            </a:r>
            <a:r>
              <a:rPr lang="en-GB" dirty="0" err="1"/>
              <a:t>hendrerit</a:t>
            </a:r>
            <a:r>
              <a:rPr lang="en-GB" dirty="0"/>
              <a:t> nisi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sollicitudin</a:t>
            </a:r>
            <a:r>
              <a:rPr lang="en-GB" dirty="0"/>
              <a:t> </a:t>
            </a:r>
            <a:r>
              <a:rPr lang="en-GB" dirty="0" err="1"/>
              <a:t>pellentesque</a:t>
            </a:r>
            <a:r>
              <a:rPr lang="en-GB" dirty="0"/>
              <a:t>. </a:t>
            </a:r>
          </a:p>
          <a:p>
            <a:endParaRPr lang="en-GB" dirty="0"/>
          </a:p>
          <a:p>
            <a:endParaRPr lang="en-GB" dirty="0"/>
          </a:p>
          <a:p>
            <a:r>
              <a:rPr lang="en-GB" sz="1200" dirty="0"/>
              <a:t>Nome </a:t>
            </a:r>
            <a:r>
              <a:rPr lang="en-GB" sz="1200" dirty="0" err="1"/>
              <a:t>autore</a:t>
            </a:r>
            <a:r>
              <a:rPr lang="en-GB" sz="1200" dirty="0"/>
              <a:t>/</a:t>
            </a:r>
            <a:r>
              <a:rPr lang="en-GB" sz="1200" dirty="0" err="1"/>
              <a:t>autrice</a:t>
            </a:r>
            <a:endParaRPr lang="en-IT" sz="1200" dirty="0"/>
          </a:p>
        </p:txBody>
      </p:sp>
    </p:spTree>
    <p:extLst>
      <p:ext uri="{BB962C8B-B14F-4D97-AF65-F5344CB8AC3E}">
        <p14:creationId xmlns:p14="http://schemas.microsoft.com/office/powerpoint/2010/main" val="730480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01E956-26D4-2C70-C1FC-AC533D4A7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Prova di un titolo bello e accattivante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41C500-EF24-4152-B0B4-112BF42DF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it-IT" dirty="0"/>
              <a:t>Testo </a:t>
            </a:r>
            <a:r>
              <a:rPr lang="it-IT" dirty="0">
                <a:solidFill>
                  <a:schemeClr val="tx2"/>
                </a:solidFill>
              </a:rPr>
              <a:t>incredibile</a:t>
            </a:r>
            <a:r>
              <a:rPr lang="it-IT" dirty="0"/>
              <a:t> bellissimo super affascinante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BDD4AC5-B2EA-F7A8-2EDB-1097F2C9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B7D7-B5E3-644D-9856-CC0934E69055}" type="slidenum">
              <a:rPr lang="it-IT" smtClean="0"/>
              <a:pPr/>
              <a:t>3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6A07A37-72A8-5414-C301-A412707005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Prova di un bel sottotitolo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B28E327-3440-2F70-8164-E5A8C1F8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Nome insegnamento / tuo nome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51257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1F6269-BFC9-76A2-73A7-77D0CAE06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Prova di un bel titolo accattivante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525D27-80A0-4FED-A524-31BE17EDD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Item 1</a:t>
            </a:r>
          </a:p>
          <a:p>
            <a:r>
              <a:rPr lang="it-IT" dirty="0"/>
              <a:t>Item 2</a:t>
            </a:r>
          </a:p>
          <a:p>
            <a:r>
              <a:rPr lang="it-IT" dirty="0"/>
              <a:t>Item 3</a:t>
            </a:r>
          </a:p>
          <a:p>
            <a:r>
              <a:rPr lang="it-IT" dirty="0"/>
              <a:t>Item 4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B3B87B-5EA8-AD46-1961-C6385B170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B7D7-B5E3-644D-9856-CC0934E69055}" type="slidenum">
              <a:rPr lang="it-IT" smtClean="0"/>
              <a:pPr/>
              <a:t>4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CE83507-D965-DCFB-2FB9-7E972D4F7E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Sottotitolo carino 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AC4F2B3-7301-2E5F-8F55-2D4E6EC77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Nome insegnamento / tuo nome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50619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154BAE-3344-C80E-8DF2-408DC19E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Titolo bellissimo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BCAFCAB-598F-1E76-E34A-DA7253ABCE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Sottotitolo incredibile</a:t>
            </a:r>
          </a:p>
        </p:txBody>
      </p:sp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4A388644-A175-B53A-625F-C8D3A45CF2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BA374DA-0A3A-155C-7CC0-2A716353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B7D7-B5E3-644D-9856-CC0934E69055}" type="slidenum">
              <a:rPr lang="it-IT" smtClean="0"/>
              <a:pPr/>
              <a:t>5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E653262-E9A6-12DB-45E2-9B97E99B0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Nome insegnamento / tuo nome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20377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5C55AD9-449E-D4EF-BB67-8EF425C5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B7D7-B5E3-644D-9856-CC0934E69055}" type="slidenum">
              <a:rPr lang="it-IT" smtClean="0"/>
              <a:pPr/>
              <a:t>6</a:t>
            </a:fld>
            <a:endParaRPr lang="it-IT" dirty="0"/>
          </a:p>
        </p:txBody>
      </p:sp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FB2707E3-6955-8006-C56B-CF4D22437A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1980D04-480D-8336-4F32-F62D5A914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Nome insegnamento / tuo nome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242849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93041F"/>
      </a:dk2>
      <a:lt2>
        <a:srgbClr val="EEECE1"/>
      </a:lt2>
      <a:accent1>
        <a:srgbClr val="DF421F"/>
      </a:accent1>
      <a:accent2>
        <a:srgbClr val="AA4745"/>
      </a:accent2>
      <a:accent3>
        <a:srgbClr val="BE0028"/>
      </a:accent3>
      <a:accent4>
        <a:srgbClr val="D83E2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2172</TotalTime>
  <Words>118</Words>
  <Application>Microsoft Office PowerPoint</Application>
  <PresentationFormat>On-screen Show (16:9)</PresentationFormat>
  <Paragraphs>27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Tema di Office</vt:lpstr>
      <vt:lpstr>Lorem ipsum dolor sit amet, consectetur.</vt:lpstr>
      <vt:lpstr>Lorem ipsum dolor sit amet, consectetur adipiscing elit.</vt:lpstr>
      <vt:lpstr>Prova di un titolo bello e accattivante</vt:lpstr>
      <vt:lpstr>Prova di un bel titolo accattivante </vt:lpstr>
      <vt:lpstr>Titolo bellissimo</vt:lpstr>
      <vt:lpstr>PowerPoint Presentation</vt:lpstr>
    </vt:vector>
  </TitlesOfParts>
  <Company>MORE-service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Luca Gasparini</dc:creator>
  <cp:lastModifiedBy>GIULIA TAMPONE</cp:lastModifiedBy>
  <cp:revision>51</cp:revision>
  <dcterms:created xsi:type="dcterms:W3CDTF">2015-06-30T14:46:04Z</dcterms:created>
  <dcterms:modified xsi:type="dcterms:W3CDTF">2026-06-04T12:38:14Z</dcterms:modified>
</cp:coreProperties>
</file>