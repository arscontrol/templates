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0276000" cx="42804000"/>
  <p:notesSz cx="6858000" cy="9144000"/>
  <p:embeddedFontLst>
    <p:embeddedFont>
      <p:font typeface="Helvetica Neue"/>
      <p:regular r:id="rId7"/>
      <p:bold r:id="rId8"/>
      <p:italic r:id="rId9"/>
      <p:boldItalic r:id="rId10"/>
    </p:embeddedFont>
    <p:embeddedFont>
      <p:font typeface="Helvetica Neue Ligh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3482">
          <p15:clr>
            <a:schemeClr val="dk1"/>
          </p15:clr>
        </p15:guide>
        <p15:guide id="2" pos="245">
          <p15:clr>
            <a:schemeClr val="dk1"/>
          </p15:clr>
        </p15:guide>
        <p15:guide id="3" pos="26719">
          <p15:clr>
            <a:schemeClr val="dk1"/>
          </p15:clr>
        </p15:guide>
        <p15:guide id="4" orient="horz" pos="247">
          <p15:clr>
            <a:schemeClr val="dk1"/>
          </p15:clr>
        </p15:guide>
        <p15:guide id="5" orient="horz" pos="18759">
          <p15:clr>
            <a:srgbClr val="747775"/>
          </p15:clr>
        </p15:guide>
        <p15:guide id="6" orient="horz" pos="9536">
          <p15:clr>
            <a:srgbClr val="747775"/>
          </p15:clr>
        </p15:guide>
        <p15:guide id="7" pos="8959">
          <p15:clr>
            <a:srgbClr val="747775"/>
          </p15:clr>
        </p15:guide>
        <p15:guide id="8" orient="horz" pos="1167">
          <p15:clr>
            <a:srgbClr val="747775"/>
          </p15:clr>
        </p15:guide>
        <p15:guide id="9" orient="horz" pos="2802">
          <p15:clr>
            <a:srgbClr val="747775"/>
          </p15:clr>
        </p15:guide>
        <p15:guide id="10" pos="1802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482"/>
        <p:guide pos="245"/>
        <p:guide pos="26719"/>
        <p:guide pos="247" orient="horz"/>
        <p:guide pos="18759" orient="horz"/>
        <p:guide pos="9536" orient="horz"/>
        <p:guide pos="8959"/>
        <p:guide pos="1167" orient="horz"/>
        <p:guide pos="2802" orient="horz"/>
        <p:guide pos="1802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Light-regular.fntdata"/><Relationship Id="rId10" Type="http://schemas.openxmlformats.org/officeDocument/2006/relationships/font" Target="fonts/HelveticaNeue-boldItalic.fntdata"/><Relationship Id="rId13" Type="http://schemas.openxmlformats.org/officeDocument/2006/relationships/font" Target="fonts/HelveticaNeueLight-italic.fntdata"/><Relationship Id="rId12" Type="http://schemas.openxmlformats.org/officeDocument/2006/relationships/font" Target="fonts/HelveticaNeue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elveticaNeue-italic.fntdata"/><Relationship Id="rId14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HelveticaNeue-regular.fntdata"/><Relationship Id="rId8" Type="http://schemas.openxmlformats.org/officeDocument/2006/relationships/font" Target="fonts/HelveticaNeu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004997" y="685800"/>
            <a:ext cx="48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004997" y="685800"/>
            <a:ext cx="48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210300" y="9405191"/>
            <a:ext cx="36383400" cy="6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5"/>
              <a:buNone/>
              <a:defRPr sz="11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420603" y="17156401"/>
            <a:ext cx="29962800" cy="7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lvl="0" algn="ctr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8500"/>
              <a:buNone/>
              <a:defRPr sz="8500"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rgbClr val="888888"/>
              </a:buClr>
              <a:buSzPts val="7422"/>
              <a:buNone/>
              <a:defRPr sz="7422"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269"/>
              </a:spcBef>
              <a:spcAft>
                <a:spcPts val="0"/>
              </a:spcAft>
              <a:buClr>
                <a:srgbClr val="888888"/>
              </a:buClr>
              <a:buSzPts val="6345"/>
              <a:buNone/>
              <a:defRPr sz="6345"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rgbClr val="888888"/>
              </a:buClr>
              <a:buSzPts val="5267"/>
              <a:buNone/>
              <a:defRPr sz="5267"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rgbClr val="888888"/>
              </a:buClr>
              <a:buSzPts val="5267"/>
              <a:buNone/>
              <a:defRPr sz="5267"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rgbClr val="888888"/>
              </a:buClr>
              <a:buSzPts val="5267"/>
              <a:buNone/>
              <a:defRPr sz="5267"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rgbClr val="888888"/>
              </a:buClr>
              <a:buSzPts val="5267"/>
              <a:buNone/>
              <a:defRPr sz="5267"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rgbClr val="888888"/>
              </a:buClr>
              <a:buSzPts val="5267"/>
              <a:buNone/>
              <a:defRPr sz="5267"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rgbClr val="888888"/>
              </a:buClr>
              <a:buSzPts val="5267"/>
              <a:buNone/>
              <a:defRPr sz="52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2140203" y="1212445"/>
            <a:ext cx="38523300" cy="50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5"/>
              <a:buNone/>
              <a:defRPr sz="11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140203" y="7064407"/>
            <a:ext cx="38523300" cy="19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365443" lvl="0" marL="4572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8500"/>
            </a:lvl1pPr>
            <a:lvl2pPr indent="-365443" lvl="1" marL="9144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–"/>
              <a:defRPr sz="7422"/>
            </a:lvl2pPr>
            <a:lvl3pPr indent="-365443" lvl="2" marL="13716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6345"/>
            </a:lvl3pPr>
            <a:lvl4pPr indent="-365443" lvl="3" marL="18288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–"/>
              <a:defRPr sz="5267"/>
            </a:lvl4pPr>
            <a:lvl5pPr indent="-365442" lvl="4" marL="22860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»"/>
              <a:defRPr sz="5267"/>
            </a:lvl5pPr>
            <a:lvl6pPr indent="-365442" lvl="5" marL="27432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6pPr>
            <a:lvl7pPr indent="-365442" lvl="6" marL="32004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7pPr>
            <a:lvl8pPr indent="-365442" lvl="7" marL="36576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8pPr>
            <a:lvl9pPr indent="-365442" lvl="8" marL="41148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3381222" y="19455135"/>
            <a:ext cx="36383400" cy="60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55"/>
              <a:buFont typeface="Calibri"/>
              <a:buNone/>
              <a:defRPr b="1" sz="10655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3381222" y="12832264"/>
            <a:ext cx="36383400" cy="6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725" lIns="243450" spcFirstLastPara="1" rIns="243450" wrap="square" tIns="121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rgbClr val="888888"/>
              </a:buClr>
              <a:buSzPts val="5267"/>
              <a:buNone/>
              <a:defRPr sz="5267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rgbClr val="888888"/>
              </a:buClr>
              <a:buSzPts val="4789"/>
              <a:buNone/>
              <a:defRPr sz="4789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rgbClr val="888888"/>
              </a:buClr>
              <a:buSzPts val="4310"/>
              <a:buNone/>
              <a:defRPr sz="431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742"/>
              </a:spcBef>
              <a:spcAft>
                <a:spcPts val="0"/>
              </a:spcAft>
              <a:buClr>
                <a:srgbClr val="888888"/>
              </a:buClr>
              <a:buSzPts val="3711"/>
              <a:buNone/>
              <a:defRPr sz="3711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742"/>
              </a:spcBef>
              <a:spcAft>
                <a:spcPts val="0"/>
              </a:spcAft>
              <a:buClr>
                <a:srgbClr val="888888"/>
              </a:buClr>
              <a:buSzPts val="3711"/>
              <a:buNone/>
              <a:defRPr sz="3711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42"/>
              </a:spcBef>
              <a:spcAft>
                <a:spcPts val="0"/>
              </a:spcAft>
              <a:buClr>
                <a:srgbClr val="888888"/>
              </a:buClr>
              <a:buSzPts val="3711"/>
              <a:buNone/>
              <a:defRPr sz="3711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742"/>
              </a:spcBef>
              <a:spcAft>
                <a:spcPts val="0"/>
              </a:spcAft>
              <a:buClr>
                <a:srgbClr val="888888"/>
              </a:buClr>
              <a:buSzPts val="3711"/>
              <a:buNone/>
              <a:defRPr sz="3711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742"/>
              </a:spcBef>
              <a:spcAft>
                <a:spcPts val="0"/>
              </a:spcAft>
              <a:buClr>
                <a:srgbClr val="888888"/>
              </a:buClr>
              <a:buSzPts val="3711"/>
              <a:buNone/>
              <a:defRPr sz="3711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742"/>
              </a:spcBef>
              <a:spcAft>
                <a:spcPts val="0"/>
              </a:spcAft>
              <a:buClr>
                <a:srgbClr val="888888"/>
              </a:buClr>
              <a:buSzPts val="3711"/>
              <a:buNone/>
              <a:defRPr sz="3711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2140203" y="1212445"/>
            <a:ext cx="38523300" cy="50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5"/>
              <a:buNone/>
              <a:defRPr sz="11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2140203" y="7064407"/>
            <a:ext cx="18905100" cy="19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699897" lvl="0" marL="45720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chemeClr val="dk1"/>
              </a:buClr>
              <a:buSzPts val="7422"/>
              <a:buChar char="•"/>
              <a:defRPr sz="7422"/>
            </a:lvl1pPr>
            <a:lvl2pPr indent="-631508" lvl="1" marL="914400" algn="l">
              <a:lnSpc>
                <a:spcPct val="100000"/>
              </a:lnSpc>
              <a:spcBef>
                <a:spcPts val="1269"/>
              </a:spcBef>
              <a:spcAft>
                <a:spcPts val="0"/>
              </a:spcAft>
              <a:buClr>
                <a:schemeClr val="dk1"/>
              </a:buClr>
              <a:buSzPts val="6345"/>
              <a:buChar char="–"/>
              <a:defRPr sz="6345"/>
            </a:lvl2pPr>
            <a:lvl3pPr indent="-563055" lvl="2" marL="13716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•"/>
              <a:defRPr sz="5267"/>
            </a:lvl3pPr>
            <a:lvl4pPr indent="-532702" lvl="3" marL="18288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–"/>
              <a:defRPr sz="4789"/>
            </a:lvl4pPr>
            <a:lvl5pPr indent="-532702" lvl="4" marL="22860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»"/>
              <a:defRPr sz="4789"/>
            </a:lvl5pPr>
            <a:lvl6pPr indent="-532702" lvl="5" marL="27432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6pPr>
            <a:lvl7pPr indent="-532702" lvl="6" marL="32004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7pPr>
            <a:lvl8pPr indent="-532702" lvl="7" marL="36576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8pPr>
            <a:lvl9pPr indent="-532702" lvl="8" marL="41148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21758701" y="7064407"/>
            <a:ext cx="18905100" cy="19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699897" lvl="0" marL="45720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chemeClr val="dk1"/>
              </a:buClr>
              <a:buSzPts val="7422"/>
              <a:buChar char="•"/>
              <a:defRPr sz="7422"/>
            </a:lvl1pPr>
            <a:lvl2pPr indent="-631508" lvl="1" marL="914400" algn="l">
              <a:lnSpc>
                <a:spcPct val="100000"/>
              </a:lnSpc>
              <a:spcBef>
                <a:spcPts val="1269"/>
              </a:spcBef>
              <a:spcAft>
                <a:spcPts val="0"/>
              </a:spcAft>
              <a:buClr>
                <a:schemeClr val="dk1"/>
              </a:buClr>
              <a:buSzPts val="6345"/>
              <a:buChar char="–"/>
              <a:defRPr sz="6345"/>
            </a:lvl2pPr>
            <a:lvl3pPr indent="-563055" lvl="2" marL="13716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•"/>
              <a:defRPr sz="5267"/>
            </a:lvl3pPr>
            <a:lvl4pPr indent="-532702" lvl="3" marL="18288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–"/>
              <a:defRPr sz="4789"/>
            </a:lvl4pPr>
            <a:lvl5pPr indent="-532702" lvl="4" marL="22860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»"/>
              <a:defRPr sz="4789"/>
            </a:lvl5pPr>
            <a:lvl6pPr indent="-532702" lvl="5" marL="27432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6pPr>
            <a:lvl7pPr indent="-532702" lvl="6" marL="32004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7pPr>
            <a:lvl8pPr indent="-532702" lvl="7" marL="36576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8pPr>
            <a:lvl9pPr indent="-532702" lvl="8" marL="41148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2140203" y="1212445"/>
            <a:ext cx="38523300" cy="50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32"/>
              <a:buFont typeface="Calibri"/>
              <a:buNone/>
              <a:defRPr sz="11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2140203" y="6777061"/>
            <a:ext cx="18912300" cy="28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725" lIns="243450" spcFirstLastPara="1" rIns="243450" wrap="square" tIns="121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69"/>
              </a:spcBef>
              <a:spcAft>
                <a:spcPts val="0"/>
              </a:spcAft>
              <a:buClr>
                <a:schemeClr val="dk1"/>
              </a:buClr>
              <a:buSzPts val="6345"/>
              <a:buNone/>
              <a:defRPr b="1" sz="6345"/>
            </a:lvl1pPr>
            <a:lvl2pPr indent="-228600" lvl="1" marL="9144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None/>
              <a:defRPr b="1" sz="5267"/>
            </a:lvl2pPr>
            <a:lvl3pPr indent="-228600" lvl="2" marL="13716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None/>
              <a:defRPr b="1" sz="4789"/>
            </a:lvl3pPr>
            <a:lvl4pPr indent="-228600" lvl="3" marL="18288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4pPr>
            <a:lvl5pPr indent="-228600" lvl="4" marL="22860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5pPr>
            <a:lvl6pPr indent="-228600" lvl="5" marL="27432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6pPr>
            <a:lvl7pPr indent="-228600" lvl="6" marL="32004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7pPr>
            <a:lvl8pPr indent="-228600" lvl="7" marL="36576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8pPr>
            <a:lvl9pPr indent="-228600" lvl="8" marL="41148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2140203" y="9601417"/>
            <a:ext cx="18912300" cy="174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631508" lvl="0" marL="457200" algn="l">
              <a:lnSpc>
                <a:spcPct val="100000"/>
              </a:lnSpc>
              <a:spcBef>
                <a:spcPts val="1269"/>
              </a:spcBef>
              <a:spcAft>
                <a:spcPts val="0"/>
              </a:spcAft>
              <a:buClr>
                <a:schemeClr val="dk1"/>
              </a:buClr>
              <a:buSzPts val="6345"/>
              <a:buChar char="•"/>
              <a:defRPr sz="6345"/>
            </a:lvl1pPr>
            <a:lvl2pPr indent="-563055" lvl="1" marL="9144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–"/>
              <a:defRPr sz="5267"/>
            </a:lvl2pPr>
            <a:lvl3pPr indent="-532702" lvl="2" marL="13716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3pPr>
            <a:lvl4pPr indent="-502285" lvl="3" marL="18288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–"/>
              <a:defRPr sz="4310"/>
            </a:lvl4pPr>
            <a:lvl5pPr indent="-502285" lvl="4" marL="22860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»"/>
              <a:defRPr sz="4310"/>
            </a:lvl5pPr>
            <a:lvl6pPr indent="-502285" lvl="5" marL="27432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•"/>
              <a:defRPr sz="4310"/>
            </a:lvl6pPr>
            <a:lvl7pPr indent="-502285" lvl="6" marL="32004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•"/>
              <a:defRPr sz="4310"/>
            </a:lvl7pPr>
            <a:lvl8pPr indent="-502285" lvl="7" marL="36576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•"/>
              <a:defRPr sz="4310"/>
            </a:lvl8pPr>
            <a:lvl9pPr indent="-502285" lvl="8" marL="41148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•"/>
              <a:defRPr sz="431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21743844" y="6777061"/>
            <a:ext cx="18919800" cy="28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725" lIns="243450" spcFirstLastPara="1" rIns="243450" wrap="square" tIns="121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69"/>
              </a:spcBef>
              <a:spcAft>
                <a:spcPts val="0"/>
              </a:spcAft>
              <a:buClr>
                <a:schemeClr val="dk1"/>
              </a:buClr>
              <a:buSzPts val="6345"/>
              <a:buNone/>
              <a:defRPr b="1" sz="6345"/>
            </a:lvl1pPr>
            <a:lvl2pPr indent="-228600" lvl="1" marL="9144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None/>
              <a:defRPr b="1" sz="5267"/>
            </a:lvl2pPr>
            <a:lvl3pPr indent="-228600" lvl="2" marL="13716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None/>
              <a:defRPr b="1" sz="4789"/>
            </a:lvl3pPr>
            <a:lvl4pPr indent="-228600" lvl="3" marL="18288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4pPr>
            <a:lvl5pPr indent="-228600" lvl="4" marL="22860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5pPr>
            <a:lvl6pPr indent="-228600" lvl="5" marL="27432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6pPr>
            <a:lvl7pPr indent="-228600" lvl="6" marL="32004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7pPr>
            <a:lvl8pPr indent="-228600" lvl="7" marL="36576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8pPr>
            <a:lvl9pPr indent="-228600" lvl="8" marL="41148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None/>
              <a:defRPr b="1" sz="431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21743844" y="9601417"/>
            <a:ext cx="18919800" cy="174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631508" lvl="0" marL="457200" algn="l">
              <a:lnSpc>
                <a:spcPct val="100000"/>
              </a:lnSpc>
              <a:spcBef>
                <a:spcPts val="1269"/>
              </a:spcBef>
              <a:spcAft>
                <a:spcPts val="0"/>
              </a:spcAft>
              <a:buClr>
                <a:schemeClr val="dk1"/>
              </a:buClr>
              <a:buSzPts val="6345"/>
              <a:buChar char="•"/>
              <a:defRPr sz="6345"/>
            </a:lvl1pPr>
            <a:lvl2pPr indent="-563055" lvl="1" marL="9144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–"/>
              <a:defRPr sz="5267"/>
            </a:lvl2pPr>
            <a:lvl3pPr indent="-532702" lvl="2" marL="1371600" algn="l">
              <a:lnSpc>
                <a:spcPct val="100000"/>
              </a:lnSpc>
              <a:spcBef>
                <a:spcPts val="958"/>
              </a:spcBef>
              <a:spcAft>
                <a:spcPts val="0"/>
              </a:spcAft>
              <a:buClr>
                <a:schemeClr val="dk1"/>
              </a:buClr>
              <a:buSzPts val="4789"/>
              <a:buChar char="•"/>
              <a:defRPr sz="4789"/>
            </a:lvl3pPr>
            <a:lvl4pPr indent="-502285" lvl="3" marL="18288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–"/>
              <a:defRPr sz="4310"/>
            </a:lvl4pPr>
            <a:lvl5pPr indent="-502285" lvl="4" marL="22860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»"/>
              <a:defRPr sz="4310"/>
            </a:lvl5pPr>
            <a:lvl6pPr indent="-502285" lvl="5" marL="27432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•"/>
              <a:defRPr sz="4310"/>
            </a:lvl6pPr>
            <a:lvl7pPr indent="-502285" lvl="6" marL="32004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•"/>
              <a:defRPr sz="4310"/>
            </a:lvl7pPr>
            <a:lvl8pPr indent="-502285" lvl="7" marL="36576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•"/>
              <a:defRPr sz="4310"/>
            </a:lvl8pPr>
            <a:lvl9pPr indent="-502285" lvl="8" marL="4114800" algn="l">
              <a:lnSpc>
                <a:spcPct val="100000"/>
              </a:lnSpc>
              <a:spcBef>
                <a:spcPts val="862"/>
              </a:spcBef>
              <a:spcAft>
                <a:spcPts val="0"/>
              </a:spcAft>
              <a:buClr>
                <a:schemeClr val="dk1"/>
              </a:buClr>
              <a:buSzPts val="4310"/>
              <a:buChar char="•"/>
              <a:defRPr sz="431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2140203" y="1212445"/>
            <a:ext cx="38523300" cy="50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5"/>
              <a:buNone/>
              <a:defRPr sz="11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2140203" y="1205435"/>
            <a:ext cx="14082300" cy="51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725" lIns="243450" spcFirstLastPara="1" rIns="243450" wrap="square" tIns="121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67"/>
              <a:buFont typeface="Calibri"/>
              <a:buNone/>
              <a:defRPr b="1" sz="52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16735176" y="1205438"/>
            <a:ext cx="23928600" cy="258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768350" lvl="0" marL="457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1pPr>
            <a:lvl2pPr indent="-699897" lvl="1" marL="91440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chemeClr val="dk1"/>
              </a:buClr>
              <a:buSzPts val="7422"/>
              <a:buChar char="–"/>
              <a:defRPr sz="7422"/>
            </a:lvl2pPr>
            <a:lvl3pPr indent="-631508" lvl="2" marL="1371600" algn="l">
              <a:lnSpc>
                <a:spcPct val="100000"/>
              </a:lnSpc>
              <a:spcBef>
                <a:spcPts val="1269"/>
              </a:spcBef>
              <a:spcAft>
                <a:spcPts val="0"/>
              </a:spcAft>
              <a:buClr>
                <a:schemeClr val="dk1"/>
              </a:buClr>
              <a:buSzPts val="6345"/>
              <a:buChar char="•"/>
              <a:defRPr sz="6345"/>
            </a:lvl3pPr>
            <a:lvl4pPr indent="-563055" lvl="3" marL="18288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–"/>
              <a:defRPr sz="5267"/>
            </a:lvl4pPr>
            <a:lvl5pPr indent="-563054" lvl="4" marL="22860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»"/>
              <a:defRPr sz="5267"/>
            </a:lvl5pPr>
            <a:lvl6pPr indent="-563054" lvl="5" marL="27432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•"/>
              <a:defRPr sz="5267"/>
            </a:lvl6pPr>
            <a:lvl7pPr indent="-563054" lvl="6" marL="32004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•"/>
              <a:defRPr sz="5267"/>
            </a:lvl7pPr>
            <a:lvl8pPr indent="-563054" lvl="7" marL="36576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•"/>
              <a:defRPr sz="5267"/>
            </a:lvl8pPr>
            <a:lvl9pPr indent="-563054" lvl="8" marL="411480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Char char="•"/>
              <a:defRPr sz="5267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140203" y="6335535"/>
            <a:ext cx="14082300" cy="20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42"/>
              </a:spcBef>
              <a:spcAft>
                <a:spcPts val="0"/>
              </a:spcAft>
              <a:buClr>
                <a:schemeClr val="dk1"/>
              </a:buClr>
              <a:buSzPts val="3711"/>
              <a:buNone/>
              <a:defRPr sz="3711"/>
            </a:lvl1pPr>
            <a:lvl2pPr indent="-228600" lvl="1" marL="914400" algn="l">
              <a:lnSpc>
                <a:spcPct val="100000"/>
              </a:lnSpc>
              <a:spcBef>
                <a:spcPts val="646"/>
              </a:spcBef>
              <a:spcAft>
                <a:spcPts val="0"/>
              </a:spcAft>
              <a:buClr>
                <a:schemeClr val="dk1"/>
              </a:buClr>
              <a:buSzPts val="3232"/>
              <a:buNone/>
              <a:defRPr sz="3232"/>
            </a:lvl2pPr>
            <a:lvl3pPr indent="-228600" lvl="2" marL="1371600" algn="l">
              <a:lnSpc>
                <a:spcPct val="100000"/>
              </a:lnSpc>
              <a:spcBef>
                <a:spcPts val="527"/>
              </a:spcBef>
              <a:spcAft>
                <a:spcPts val="0"/>
              </a:spcAft>
              <a:buClr>
                <a:schemeClr val="dk1"/>
              </a:buClr>
              <a:buSzPts val="2634"/>
              <a:buNone/>
              <a:defRPr sz="2634"/>
            </a:lvl3pPr>
            <a:lvl4pPr indent="-228600" lvl="3" marL="18288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4pPr>
            <a:lvl5pPr indent="-228600" lvl="4" marL="22860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5pPr>
            <a:lvl6pPr indent="-228600" lvl="5" marL="27432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6pPr>
            <a:lvl7pPr indent="-228600" lvl="6" marL="32004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7pPr>
            <a:lvl8pPr indent="-228600" lvl="7" marL="36576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8pPr>
            <a:lvl9pPr indent="-228600" lvl="8" marL="41148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89884" y="21193204"/>
            <a:ext cx="256824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725" lIns="243450" spcFirstLastPara="1" rIns="243450" wrap="square" tIns="1217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67"/>
              <a:buFont typeface="Calibri"/>
              <a:buNone/>
              <a:defRPr b="1" sz="52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8389884" y="2705218"/>
            <a:ext cx="25682400" cy="18165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89884" y="23695179"/>
            <a:ext cx="25682400" cy="3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42"/>
              </a:spcBef>
              <a:spcAft>
                <a:spcPts val="0"/>
              </a:spcAft>
              <a:buClr>
                <a:schemeClr val="dk1"/>
              </a:buClr>
              <a:buSzPts val="3711"/>
              <a:buNone/>
              <a:defRPr sz="3711"/>
            </a:lvl1pPr>
            <a:lvl2pPr indent="-228600" lvl="1" marL="914400" algn="l">
              <a:lnSpc>
                <a:spcPct val="100000"/>
              </a:lnSpc>
              <a:spcBef>
                <a:spcPts val="646"/>
              </a:spcBef>
              <a:spcAft>
                <a:spcPts val="0"/>
              </a:spcAft>
              <a:buClr>
                <a:schemeClr val="dk1"/>
              </a:buClr>
              <a:buSzPts val="3232"/>
              <a:buNone/>
              <a:defRPr sz="3232"/>
            </a:lvl2pPr>
            <a:lvl3pPr indent="-228600" lvl="2" marL="1371600" algn="l">
              <a:lnSpc>
                <a:spcPct val="100000"/>
              </a:lnSpc>
              <a:spcBef>
                <a:spcPts val="527"/>
              </a:spcBef>
              <a:spcAft>
                <a:spcPts val="0"/>
              </a:spcAft>
              <a:buClr>
                <a:schemeClr val="dk1"/>
              </a:buClr>
              <a:buSzPts val="2634"/>
              <a:buNone/>
              <a:defRPr sz="2634"/>
            </a:lvl3pPr>
            <a:lvl4pPr indent="-228600" lvl="3" marL="18288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4pPr>
            <a:lvl5pPr indent="-228600" lvl="4" marL="22860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5pPr>
            <a:lvl6pPr indent="-228600" lvl="5" marL="27432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6pPr>
            <a:lvl7pPr indent="-228600" lvl="6" marL="32004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7pPr>
            <a:lvl8pPr indent="-228600" lvl="7" marL="36576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8pPr>
            <a:lvl9pPr indent="-228600" lvl="8" marL="411480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None/>
              <a:defRPr sz="2394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2140203" y="1212445"/>
            <a:ext cx="38523300" cy="50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5"/>
              <a:buNone/>
              <a:defRPr sz="11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11411853" y="-2206943"/>
            <a:ext cx="19980600" cy="385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365443" lvl="0" marL="4572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8500"/>
            </a:lvl1pPr>
            <a:lvl2pPr indent="-365443" lvl="1" marL="9144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–"/>
              <a:defRPr sz="7422"/>
            </a:lvl2pPr>
            <a:lvl3pPr indent="-365443" lvl="2" marL="13716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6345"/>
            </a:lvl3pPr>
            <a:lvl4pPr indent="-365443" lvl="3" marL="18288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–"/>
              <a:defRPr sz="5267"/>
            </a:lvl4pPr>
            <a:lvl5pPr indent="-365442" lvl="4" marL="22860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»"/>
              <a:defRPr sz="5267"/>
            </a:lvl5pPr>
            <a:lvl6pPr indent="-365442" lvl="5" marL="27432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6pPr>
            <a:lvl7pPr indent="-365442" lvl="6" marL="32004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7pPr>
            <a:lvl8pPr indent="-365442" lvl="7" marL="36576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8pPr>
            <a:lvl9pPr indent="-365442" lvl="8" marL="41148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22932003" y="9313350"/>
            <a:ext cx="25832700" cy="9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5"/>
              <a:buNone/>
              <a:defRPr sz="11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2155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3313500" y="39150"/>
            <a:ext cx="25832700" cy="28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365443" lvl="0" marL="4572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8500"/>
            </a:lvl1pPr>
            <a:lvl2pPr indent="-365443" lvl="1" marL="9144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–"/>
              <a:defRPr sz="7422"/>
            </a:lvl2pPr>
            <a:lvl3pPr indent="-365443" lvl="2" marL="13716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6345"/>
            </a:lvl3pPr>
            <a:lvl4pPr indent="-365443" lvl="3" marL="18288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–"/>
              <a:defRPr sz="5267"/>
            </a:lvl4pPr>
            <a:lvl5pPr indent="-365442" lvl="4" marL="22860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»"/>
              <a:defRPr sz="5267"/>
            </a:lvl5pPr>
            <a:lvl6pPr indent="-365442" lvl="5" marL="27432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6pPr>
            <a:lvl7pPr indent="-365442" lvl="6" marL="32004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7pPr>
            <a:lvl8pPr indent="-365442" lvl="7" marL="36576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8pPr>
            <a:lvl9pPr indent="-365442" lvl="8" marL="4114800" algn="l">
              <a:lnSpc>
                <a:spcPct val="100000"/>
              </a:lnSpc>
              <a:spcBef>
                <a:spcPts val="431"/>
              </a:spcBef>
              <a:spcAft>
                <a:spcPts val="0"/>
              </a:spcAft>
              <a:buClr>
                <a:schemeClr val="dk1"/>
              </a:buClr>
              <a:buSzPts val="2155"/>
              <a:buChar char="•"/>
              <a:defRPr sz="5267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32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76"/>
              <a:buNone/>
              <a:defRPr sz="4789"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140203" y="1212445"/>
            <a:ext cx="38523300" cy="50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32"/>
              <a:buFont typeface="Calibri"/>
              <a:buNone/>
              <a:defRPr b="0" i="0" sz="1173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21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21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21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21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21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21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21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215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2140203" y="7064407"/>
            <a:ext cx="38523300" cy="19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725" lIns="243450" spcFirstLastPara="1" rIns="243450" wrap="square" tIns="121725">
            <a:normAutofit/>
          </a:bodyPr>
          <a:lstStyle>
            <a:lvl1pPr indent="-768350" lvl="0" marL="4572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Arial"/>
              <a:buChar char="•"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699897" lvl="1" marL="914400" marR="0" rtl="0" algn="l">
              <a:lnSpc>
                <a:spcPct val="100000"/>
              </a:lnSpc>
              <a:spcBef>
                <a:spcPts val="1484"/>
              </a:spcBef>
              <a:spcAft>
                <a:spcPts val="0"/>
              </a:spcAft>
              <a:buClr>
                <a:schemeClr val="dk1"/>
              </a:buClr>
              <a:buSzPts val="7422"/>
              <a:buFont typeface="Arial"/>
              <a:buChar char="–"/>
              <a:defRPr b="0" i="0" sz="74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31508" lvl="2" marL="1371600" marR="0" rtl="0" algn="l">
              <a:lnSpc>
                <a:spcPct val="100000"/>
              </a:lnSpc>
              <a:spcBef>
                <a:spcPts val="1269"/>
              </a:spcBef>
              <a:spcAft>
                <a:spcPts val="0"/>
              </a:spcAft>
              <a:buClr>
                <a:schemeClr val="dk1"/>
              </a:buClr>
              <a:buSzPts val="6345"/>
              <a:buFont typeface="Arial"/>
              <a:buChar char="•"/>
              <a:defRPr b="0" i="0" sz="634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563055" lvl="3" marL="1828800" marR="0" rtl="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Font typeface="Arial"/>
              <a:buChar char="–"/>
              <a:defRPr b="0" i="0" sz="5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563054" lvl="4" marL="2286000" marR="0" rtl="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Font typeface="Arial"/>
              <a:buChar char="»"/>
              <a:defRPr b="0" i="0" sz="5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63054" lvl="5" marL="2743200" marR="0" rtl="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Font typeface="Arial"/>
              <a:buChar char="•"/>
              <a:defRPr b="0" i="0" sz="5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563054" lvl="6" marL="3200400" marR="0" rtl="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Font typeface="Arial"/>
              <a:buChar char="•"/>
              <a:defRPr b="0" i="0" sz="5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563054" lvl="7" marL="3657600" marR="0" rtl="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Font typeface="Arial"/>
              <a:buChar char="•"/>
              <a:defRPr b="0" i="0" sz="5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563054" lvl="8" marL="4114800" marR="0" rtl="0" algn="l">
              <a:lnSpc>
                <a:spcPct val="100000"/>
              </a:lnSpc>
              <a:spcBef>
                <a:spcPts val="1053"/>
              </a:spcBef>
              <a:spcAft>
                <a:spcPts val="0"/>
              </a:spcAft>
              <a:buClr>
                <a:schemeClr val="dk1"/>
              </a:buClr>
              <a:buSzPts val="5267"/>
              <a:buFont typeface="Arial"/>
              <a:buChar char="•"/>
              <a:defRPr b="0" i="0" sz="5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2140199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4624700" y="28061373"/>
            <a:ext cx="135546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  <a:defRPr b="0" i="0" sz="47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30676203" y="28061373"/>
            <a:ext cx="9987300" cy="16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725" lIns="243450" spcFirstLastPara="1" rIns="243450" wrap="square" tIns="1217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  <a:defRPr b="0" i="0" sz="323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388225" y="167950"/>
            <a:ext cx="27669600" cy="3987300"/>
          </a:xfrm>
          <a:prstGeom prst="roundRect">
            <a:avLst>
              <a:gd fmla="val 16667" name="adj"/>
            </a:avLst>
          </a:prstGeom>
          <a:solidFill>
            <a:srgbClr val="93021F"/>
          </a:solidFill>
          <a:ln cap="flat" cmpd="sng" w="91225">
            <a:solidFill>
              <a:srgbClr val="930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450" lIns="109450" spcFirstLastPara="1" rIns="109450" wrap="square" tIns="109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6"/>
              <a:buFont typeface="Arial"/>
              <a:buNone/>
            </a:pPr>
            <a:r>
              <a:t/>
            </a:r>
            <a:endParaRPr b="0" i="0" sz="16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13"/>
          <p:cNvGrpSpPr/>
          <p:nvPr/>
        </p:nvGrpSpPr>
        <p:grpSpPr>
          <a:xfrm>
            <a:off x="5885295" y="417825"/>
            <a:ext cx="17949900" cy="3459450"/>
            <a:chOff x="5369175" y="417825"/>
            <a:chExt cx="17949900" cy="3459450"/>
          </a:xfrm>
        </p:grpSpPr>
        <p:sp>
          <p:nvSpPr>
            <p:cNvPr id="91" name="Google Shape;91;p13"/>
            <p:cNvSpPr txBox="1"/>
            <p:nvPr/>
          </p:nvSpPr>
          <p:spPr>
            <a:xfrm>
              <a:off x="5369175" y="417825"/>
              <a:ext cx="17949900" cy="289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725" lIns="243450" spcFirstLastPara="1" rIns="243450" wrap="square" tIns="1217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7"/>
                <a:buFont typeface="Arial"/>
                <a:buNone/>
              </a:pPr>
              <a:r>
                <a:rPr b="1" i="0" lang="en-US" sz="5746" u="none" cap="none" strike="noStrike">
                  <a:solidFill>
                    <a:srgbClr val="F8F9F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Distributed Multi-Robot Ergodic</a:t>
              </a:r>
              <a:endParaRPr b="1" i="0" sz="5746" u="none" cap="none" strike="noStrike">
                <a:solidFill>
                  <a:srgbClr val="F8F9FA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7"/>
                <a:buFont typeface="Arial"/>
                <a:buNone/>
              </a:pPr>
              <a:r>
                <a:rPr b="1" i="0" lang="en-US" sz="5746" u="none" cap="none" strike="noStrike">
                  <a:solidFill>
                    <a:srgbClr val="F8F9FA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Coverage Control for Estimating Time-Varying Spatial Processes</a:t>
              </a:r>
              <a:endParaRPr b="1" i="0" sz="5746" u="none" cap="none" strike="noStrike">
                <a:solidFill>
                  <a:srgbClr val="F8F9FA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957023" y="3238875"/>
              <a:ext cx="15348600" cy="6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725" lIns="243450" spcFirstLastPara="1" rIns="243450" wrap="square" tIns="1217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10"/>
                <a:buFont typeface="Arial"/>
                <a:buNone/>
              </a:pPr>
              <a:r>
                <a:rPr b="1" i="0" lang="en-US" sz="4310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Mattia Mantovani</a:t>
              </a:r>
              <a:r>
                <a:rPr b="0" i="0" lang="en-US" sz="4310" u="none" cap="none" strike="noStrike">
                  <a:solidFill>
                    <a:schemeClr val="lt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, Mattia Catellani and Lorenzo Sabattini</a:t>
              </a:r>
              <a:endParaRPr b="0" i="0" sz="1676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grpSp>
        <p:nvGrpSpPr>
          <p:cNvPr id="93" name="Google Shape;93;p13"/>
          <p:cNvGrpSpPr/>
          <p:nvPr/>
        </p:nvGrpSpPr>
        <p:grpSpPr>
          <a:xfrm>
            <a:off x="685200" y="758951"/>
            <a:ext cx="4967949" cy="2729102"/>
            <a:chOff x="528479" y="552770"/>
            <a:chExt cx="5483388" cy="3012254"/>
          </a:xfrm>
        </p:grpSpPr>
        <p:pic>
          <p:nvPicPr>
            <p:cNvPr id="94" name="Google Shape;94;p13" title="ARS_black_logo (2).png"/>
            <p:cNvPicPr preferRelativeResize="0"/>
            <p:nvPr/>
          </p:nvPicPr>
          <p:blipFill rotWithShape="1">
            <a:blip r:embed="rId3">
              <a:alphaModFix amt="90000"/>
            </a:blip>
            <a:srcRect b="0" l="0" r="0" t="0"/>
            <a:stretch/>
          </p:blipFill>
          <p:spPr>
            <a:xfrm>
              <a:off x="2275469" y="2710638"/>
              <a:ext cx="1989410" cy="854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3" title="Logo_A_Positivo_BN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5">
              <a:off x="528481" y="552775"/>
              <a:ext cx="5483384" cy="2029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3"/>
          <p:cNvSpPr txBox="1"/>
          <p:nvPr/>
        </p:nvSpPr>
        <p:spPr>
          <a:xfrm rot="-5400000">
            <a:off x="25674200" y="1829948"/>
            <a:ext cx="37401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450" lIns="109450" spcFirstLastPara="1" rIns="109450" wrap="square" tIns="109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3"/>
              <a:buFont typeface="Arial"/>
              <a:buNone/>
            </a:pPr>
            <a:r>
              <a:rPr b="1" i="0" lang="en-US" sz="2873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01–06 June, 2026</a:t>
            </a:r>
            <a:endParaRPr b="1" i="0" sz="2873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27357" y="2219262"/>
            <a:ext cx="2562760" cy="127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327357" y="831075"/>
            <a:ext cx="2562760" cy="12130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p13"/>
          <p:cNvGrpSpPr/>
          <p:nvPr/>
        </p:nvGrpSpPr>
        <p:grpSpPr>
          <a:xfrm>
            <a:off x="451050" y="4514488"/>
            <a:ext cx="13972357" cy="9196523"/>
            <a:chOff x="451050" y="4658725"/>
            <a:chExt cx="13972357" cy="9196523"/>
          </a:xfrm>
        </p:grpSpPr>
        <p:grpSp>
          <p:nvGrpSpPr>
            <p:cNvPr id="100" name="Google Shape;100;p13"/>
            <p:cNvGrpSpPr/>
            <p:nvPr/>
          </p:nvGrpSpPr>
          <p:grpSpPr>
            <a:xfrm>
              <a:off x="752015" y="4780149"/>
              <a:ext cx="13671392" cy="9075099"/>
              <a:chOff x="765206" y="5426220"/>
              <a:chExt cx="11628300" cy="12238839"/>
            </a:xfrm>
          </p:grpSpPr>
          <p:sp>
            <p:nvSpPr>
              <p:cNvPr id="101" name="Google Shape;101;p13"/>
              <p:cNvSpPr txBox="1"/>
              <p:nvPr/>
            </p:nvSpPr>
            <p:spPr>
              <a:xfrm>
                <a:off x="997693" y="6273759"/>
                <a:ext cx="11219700" cy="11391300"/>
              </a:xfrm>
              <a:prstGeom prst="rect">
                <a:avLst/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t" bIns="54700" lIns="109450" spcFirstLastPara="1" rIns="109450" wrap="square" tIns="54700">
                <a:noAutofit/>
              </a:bodyPr>
              <a:lstStyle/>
              <a:p>
                <a:pPr indent="-547331" lvl="0" marL="547331" marR="0" rtl="0" algn="just">
                  <a:lnSpc>
                    <a:spcPct val="100000"/>
                  </a:lnSpc>
                  <a:spcBef>
                    <a:spcPts val="1197"/>
                  </a:spcBef>
                  <a:spcAft>
                    <a:spcPts val="0"/>
                  </a:spcAft>
                  <a:buClr>
                    <a:srgbClr val="D2FF46"/>
                  </a:buClr>
                  <a:buSzPts val="4310"/>
                  <a:buFont typeface="Calibri"/>
                  <a:buChar char="●"/>
                </a:pPr>
                <a:r>
                  <a:t/>
                </a:r>
                <a:endParaRPr b="0" i="0" sz="4310" u="none" cap="none" strike="noStrike">
                  <a:solidFill>
                    <a:srgbClr val="D2FF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765206" y="5426220"/>
                <a:ext cx="11628300" cy="1233300"/>
              </a:xfrm>
              <a:prstGeom prst="roundRect">
                <a:avLst>
                  <a:gd fmla="val 16667" name="adj"/>
                </a:avLst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ctr" bIns="109450" lIns="109450" spcFirstLastPara="1" rIns="109450" wrap="square" tIns="1094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310"/>
                  <a:buFont typeface="Arial"/>
                  <a:buNone/>
                </a:pPr>
                <a:r>
                  <a:rPr b="1" i="0" lang="en-US" sz="4310" u="none" cap="none" strike="noStrike">
                    <a:solidFill>
                      <a:srgbClr val="D2FF46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What’s happening here?</a:t>
                </a:r>
                <a:endParaRPr b="1" i="0" sz="4310" u="none" cap="none" strike="noStrike">
                  <a:solidFill>
                    <a:srgbClr val="D2FF46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103" name="Google Shape;103;p13"/>
            <p:cNvSpPr txBox="1"/>
            <p:nvPr/>
          </p:nvSpPr>
          <p:spPr>
            <a:xfrm>
              <a:off x="748600" y="5573050"/>
              <a:ext cx="13212300" cy="8034000"/>
            </a:xfrm>
            <a:prstGeom prst="rect">
              <a:avLst/>
            </a:prstGeom>
            <a:solidFill>
              <a:schemeClr val="lt1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2875" lIns="201150" spcFirstLastPara="1" rIns="201150" wrap="square" tIns="18287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1197"/>
                </a:spcBef>
                <a:spcAft>
                  <a:spcPts val="0"/>
                </a:spcAft>
                <a:buClr>
                  <a:srgbClr val="000000"/>
                </a:buClr>
                <a:buSzPts val="431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Multi-robot systems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are increasingly deployed in tasks where they must not only cover large complex environments but also estimate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spatial processes evolving over time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 These scenarios are particularly challenging because the underlying fields are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unknown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and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time-varying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requiring robots to constantly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balance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between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exploring new regions and covering key areas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</a:t>
              </a:r>
              <a:endParaRPr b="0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451050" y="4658725"/>
              <a:ext cx="13772100" cy="914400"/>
            </a:xfrm>
            <a:prstGeom prst="roundRect">
              <a:avLst>
                <a:gd fmla="val 16667" name="adj"/>
              </a:avLst>
            </a:prstGeom>
            <a:solidFill>
              <a:srgbClr val="93021F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450" lIns="109450" spcFirstLastPara="1" rIns="109450" wrap="square" tIns="10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746"/>
                <a:buFont typeface="Arial"/>
                <a:buNone/>
              </a:pPr>
              <a:r>
                <a:rPr b="1" i="0" lang="en-US" sz="4310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What’s happening here?</a:t>
              </a:r>
              <a:endParaRPr b="1" i="0" sz="431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972300" y="8700650"/>
              <a:ext cx="12751500" cy="4568100"/>
            </a:xfrm>
            <a:prstGeom prst="roundRect">
              <a:avLst>
                <a:gd fmla="val 7417" name="adj"/>
              </a:avLst>
            </a:prstGeom>
            <a:solidFill>
              <a:srgbClr val="C9DAF8"/>
            </a:solidFill>
            <a:ln cap="flat" cmpd="sng" w="91225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75" lIns="182875" spcFirstLastPara="1" rIns="182875" wrap="square" tIns="18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Key contributions are:</a:t>
              </a:r>
              <a:endParaRPr b="1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464166" lvl="0" marL="547331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ahoma"/>
                <a:buChar char="●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fully distributed ergodic coverage framework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for multi-robot exploration and adaptive monitoring of unknown, time-varying spatial processes.</a:t>
              </a:r>
              <a:endParaRPr b="0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464166" lvl="0" marL="547331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ahoma"/>
                <a:buChar char="●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novel ergodic metric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based on a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dynamic goal density function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that accounts for both exploration and coverage of key areas in the environment.</a:t>
              </a:r>
              <a:endParaRPr b="0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-464166" lvl="0" marL="547331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Tahoma"/>
                <a:buChar char="●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A </a:t>
              </a:r>
              <a:r>
                <a:rPr b="1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temporal decay mechanism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for continuous adaptation to evolving spatial phenomena.</a:t>
              </a:r>
              <a:endParaRPr b="0" i="0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106" name="Google Shape;10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22285580" y="26018543"/>
            <a:ext cx="1622219" cy="49648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/>
          <p:nvPr/>
        </p:nvSpPr>
        <p:spPr>
          <a:xfrm>
            <a:off x="28611625" y="961750"/>
            <a:ext cx="8054700" cy="2399700"/>
          </a:xfrm>
          <a:prstGeom prst="roundRect">
            <a:avLst>
              <a:gd fmla="val 16667" name="adj"/>
            </a:avLst>
          </a:prstGeom>
          <a:solidFill>
            <a:srgbClr val="93021F"/>
          </a:solidFill>
          <a:ln cap="flat" cmpd="sng" w="91225">
            <a:solidFill>
              <a:srgbClr val="9302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450" lIns="109450" spcFirstLastPara="1" rIns="109450" wrap="square" tIns="109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9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University of Modena and Reggio Emilia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Sciences and </a:t>
            </a:r>
            <a:endParaRPr b="0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b="0" i="0" lang="en-US" sz="3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Methods for Engineering</a:t>
            </a:r>
            <a:endParaRPr b="0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91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mattia.mantovani@unimore.it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37299631" y="392189"/>
            <a:ext cx="2395967" cy="955796"/>
          </a:xfrm>
          <a:prstGeom prst="roundRect">
            <a:avLst>
              <a:gd fmla="val 16667" name="adj"/>
            </a:avLst>
          </a:prstGeom>
          <a:solidFill>
            <a:srgbClr val="005983"/>
          </a:solidFill>
          <a:ln>
            <a:noFill/>
          </a:ln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85"/>
              <a:buFont typeface="Arial"/>
              <a:buNone/>
            </a:pPr>
            <a:r>
              <a:rPr b="1" i="0" lang="en-US" sz="2321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Connect!</a:t>
            </a:r>
            <a:endParaRPr b="1" i="0" sz="2321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40045924" y="402716"/>
            <a:ext cx="2370943" cy="946116"/>
          </a:xfrm>
          <a:prstGeom prst="roundRect">
            <a:avLst>
              <a:gd fmla="val 16667" name="adj"/>
            </a:avLst>
          </a:prstGeom>
          <a:solidFill>
            <a:srgbClr val="93021F"/>
          </a:solidFill>
          <a:ln>
            <a:noFill/>
          </a:ln>
        </p:spPr>
        <p:txBody>
          <a:bodyPr anchorCtr="0" anchor="ctr" bIns="84025" lIns="84025" spcFirstLastPara="1" rIns="84025" wrap="square" tIns="84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7"/>
              <a:buFont typeface="Arial"/>
              <a:buNone/>
            </a:pPr>
            <a:r>
              <a:rPr b="1" i="0" lang="en-US" sz="2297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Paper!</a:t>
            </a:r>
            <a:endParaRPr b="1" i="0" sz="2297" u="none" cap="none" strike="noStrike">
              <a:solidFill>
                <a:schemeClr val="l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10" name="Google Shape;110;p13"/>
          <p:cNvGrpSpPr/>
          <p:nvPr/>
        </p:nvGrpSpPr>
        <p:grpSpPr>
          <a:xfrm>
            <a:off x="14577250" y="4514488"/>
            <a:ext cx="13972357" cy="12643597"/>
            <a:chOff x="14639275" y="4658713"/>
            <a:chExt cx="13972357" cy="12643597"/>
          </a:xfrm>
        </p:grpSpPr>
        <p:grpSp>
          <p:nvGrpSpPr>
            <p:cNvPr id="111" name="Google Shape;111;p13"/>
            <p:cNvGrpSpPr/>
            <p:nvPr/>
          </p:nvGrpSpPr>
          <p:grpSpPr>
            <a:xfrm>
              <a:off x="14940240" y="4780136"/>
              <a:ext cx="13671392" cy="12522173"/>
              <a:chOff x="765206" y="5426220"/>
              <a:chExt cx="11628300" cy="16887623"/>
            </a:xfrm>
          </p:grpSpPr>
          <p:sp>
            <p:nvSpPr>
              <p:cNvPr id="112" name="Google Shape;112;p13"/>
              <p:cNvSpPr txBox="1"/>
              <p:nvPr/>
            </p:nvSpPr>
            <p:spPr>
              <a:xfrm>
                <a:off x="997693" y="6273743"/>
                <a:ext cx="11219700" cy="16040100"/>
              </a:xfrm>
              <a:prstGeom prst="rect">
                <a:avLst/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t" bIns="54700" lIns="109450" spcFirstLastPara="1" rIns="109450" wrap="square" tIns="54700">
                <a:noAutofit/>
              </a:bodyPr>
              <a:lstStyle/>
              <a:p>
                <a:pPr indent="-547331" lvl="0" marL="547331" marR="0" rtl="0" algn="just">
                  <a:lnSpc>
                    <a:spcPct val="100000"/>
                  </a:lnSpc>
                  <a:spcBef>
                    <a:spcPts val="1197"/>
                  </a:spcBef>
                  <a:spcAft>
                    <a:spcPts val="0"/>
                  </a:spcAft>
                  <a:buClr>
                    <a:srgbClr val="D2FF46"/>
                  </a:buClr>
                  <a:buSzPts val="4310"/>
                  <a:buFont typeface="Calibri"/>
                  <a:buChar char="●"/>
                </a:pPr>
                <a:r>
                  <a:t/>
                </a:r>
                <a:endParaRPr b="0" i="0" sz="4310" u="none" cap="none" strike="noStrike">
                  <a:solidFill>
                    <a:srgbClr val="D2FF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765206" y="5426220"/>
                <a:ext cx="11628300" cy="1233300"/>
              </a:xfrm>
              <a:prstGeom prst="roundRect">
                <a:avLst>
                  <a:gd fmla="val 16667" name="adj"/>
                </a:avLst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ctr" bIns="109450" lIns="109450" spcFirstLastPara="1" rIns="109450" wrap="square" tIns="1094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310"/>
                  <a:buFont typeface="Arial"/>
                  <a:buNone/>
                </a:pPr>
                <a:r>
                  <a:rPr b="1" i="0" lang="en-US" sz="4310" u="none" cap="none" strike="noStrike">
                    <a:solidFill>
                      <a:srgbClr val="D2FF46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What’s happening here?</a:t>
                </a:r>
                <a:endParaRPr b="1" i="0" sz="4310" u="none" cap="none" strike="noStrike">
                  <a:solidFill>
                    <a:srgbClr val="D2FF46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114" name="Google Shape;114;p13"/>
            <p:cNvSpPr txBox="1"/>
            <p:nvPr/>
          </p:nvSpPr>
          <p:spPr>
            <a:xfrm>
              <a:off x="14936825" y="5573050"/>
              <a:ext cx="13212300" cy="11536800"/>
            </a:xfrm>
            <a:prstGeom prst="rect">
              <a:avLst/>
            </a:prstGeom>
            <a:solidFill>
              <a:schemeClr val="lt1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2875" lIns="201150" spcFirstLastPara="1" rIns="201150" wrap="square" tIns="18287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1197"/>
                </a:spcBef>
                <a:spcAft>
                  <a:spcPts val="0"/>
                </a:spcAft>
                <a:buClr>
                  <a:srgbClr val="000000"/>
                </a:buClr>
                <a:buSzPts val="431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14639275" y="4658713"/>
              <a:ext cx="13772100" cy="914400"/>
            </a:xfrm>
            <a:prstGeom prst="roundRect">
              <a:avLst>
                <a:gd fmla="val 16667" name="adj"/>
              </a:avLst>
            </a:prstGeom>
            <a:solidFill>
              <a:srgbClr val="93021F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450" lIns="109450" spcFirstLastPara="1" rIns="109450" wrap="square" tIns="10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746"/>
                <a:buFont typeface="Arial"/>
                <a:buNone/>
              </a:pPr>
              <a:r>
                <a:rPr b="1" i="0" lang="en-US" sz="4310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What’s happening here?</a:t>
              </a:r>
              <a:endParaRPr b="1" i="0" sz="431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16" name="Google Shape;116;p13"/>
          <p:cNvGrpSpPr/>
          <p:nvPr/>
        </p:nvGrpSpPr>
        <p:grpSpPr>
          <a:xfrm>
            <a:off x="451038" y="14051713"/>
            <a:ext cx="13972357" cy="15942299"/>
            <a:chOff x="451038" y="14051713"/>
            <a:chExt cx="13972357" cy="15942299"/>
          </a:xfrm>
        </p:grpSpPr>
        <p:grpSp>
          <p:nvGrpSpPr>
            <p:cNvPr id="117" name="Google Shape;117;p13"/>
            <p:cNvGrpSpPr/>
            <p:nvPr/>
          </p:nvGrpSpPr>
          <p:grpSpPr>
            <a:xfrm>
              <a:off x="752002" y="14173136"/>
              <a:ext cx="13671392" cy="15820875"/>
              <a:chOff x="765206" y="5426220"/>
              <a:chExt cx="11628300" cy="21336311"/>
            </a:xfrm>
          </p:grpSpPr>
          <p:sp>
            <p:nvSpPr>
              <p:cNvPr id="118" name="Google Shape;118;p13"/>
              <p:cNvSpPr txBox="1"/>
              <p:nvPr/>
            </p:nvSpPr>
            <p:spPr>
              <a:xfrm>
                <a:off x="997704" y="6273731"/>
                <a:ext cx="11219700" cy="20488800"/>
              </a:xfrm>
              <a:prstGeom prst="rect">
                <a:avLst/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t" bIns="54700" lIns="109450" spcFirstLastPara="1" rIns="109450" wrap="square" tIns="54700">
                <a:noAutofit/>
              </a:bodyPr>
              <a:lstStyle/>
              <a:p>
                <a:pPr indent="-547331" lvl="0" marL="547331" marR="0" rtl="0" algn="just">
                  <a:lnSpc>
                    <a:spcPct val="100000"/>
                  </a:lnSpc>
                  <a:spcBef>
                    <a:spcPts val="1197"/>
                  </a:spcBef>
                  <a:spcAft>
                    <a:spcPts val="0"/>
                  </a:spcAft>
                  <a:buClr>
                    <a:srgbClr val="D2FF46"/>
                  </a:buClr>
                  <a:buSzPts val="4310"/>
                  <a:buFont typeface="Calibri"/>
                  <a:buChar char="●"/>
                </a:pPr>
                <a:r>
                  <a:t/>
                </a:r>
                <a:endParaRPr b="0" i="0" sz="4310" u="none" cap="none" strike="noStrike">
                  <a:solidFill>
                    <a:srgbClr val="D2FF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765206" y="5426220"/>
                <a:ext cx="11628300" cy="1233300"/>
              </a:xfrm>
              <a:prstGeom prst="roundRect">
                <a:avLst>
                  <a:gd fmla="val 16667" name="adj"/>
                </a:avLst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ctr" bIns="109450" lIns="109450" spcFirstLastPara="1" rIns="109450" wrap="square" tIns="1094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310"/>
                  <a:buFont typeface="Arial"/>
                  <a:buNone/>
                </a:pPr>
                <a:r>
                  <a:rPr b="1" i="0" lang="en-US" sz="4310" u="none" cap="none" strike="noStrike">
                    <a:solidFill>
                      <a:srgbClr val="D2FF46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What’s happening here?</a:t>
                </a:r>
                <a:endParaRPr b="1" i="0" sz="4310" u="none" cap="none" strike="noStrike">
                  <a:solidFill>
                    <a:srgbClr val="D2FF46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120" name="Google Shape;120;p13"/>
            <p:cNvSpPr txBox="1"/>
            <p:nvPr/>
          </p:nvSpPr>
          <p:spPr>
            <a:xfrm>
              <a:off x="748600" y="14966050"/>
              <a:ext cx="13212300" cy="14813700"/>
            </a:xfrm>
            <a:prstGeom prst="rect">
              <a:avLst/>
            </a:prstGeom>
            <a:solidFill>
              <a:schemeClr val="lt1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2875" lIns="201150" spcFirstLastPara="1" rIns="201150" wrap="square" tIns="18287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1197"/>
                </a:spcBef>
                <a:spcAft>
                  <a:spcPts val="0"/>
                </a:spcAft>
                <a:buClr>
                  <a:srgbClr val="000000"/>
                </a:buClr>
                <a:buSzPts val="431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451038" y="14051713"/>
              <a:ext cx="13772100" cy="914400"/>
            </a:xfrm>
            <a:prstGeom prst="roundRect">
              <a:avLst>
                <a:gd fmla="val 16667" name="adj"/>
              </a:avLst>
            </a:prstGeom>
            <a:solidFill>
              <a:srgbClr val="93021F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450" lIns="109450" spcFirstLastPara="1" rIns="109450" wrap="square" tIns="10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746"/>
                <a:buFont typeface="Arial"/>
                <a:buNone/>
              </a:pPr>
              <a:r>
                <a:rPr b="1" i="0" lang="en-US" sz="4310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What’s happening here?</a:t>
              </a:r>
              <a:endParaRPr b="1" i="0" sz="431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972303" y="15162600"/>
              <a:ext cx="12751500" cy="7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9450" lIns="109450" spcFirstLastPara="1" rIns="109450" wrap="square" tIns="10945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10"/>
                <a:buFont typeface="Arial"/>
                <a:buNone/>
              </a:pPr>
              <a:r>
                <a:rPr b="1" lang="en-US" sz="3600">
                  <a:solidFill>
                    <a:srgbClr val="93021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Bla Bla</a:t>
              </a:r>
              <a:endParaRPr b="1" i="0" sz="3600" u="none" cap="none" strike="noStrike">
                <a:solidFill>
                  <a:srgbClr val="93021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972300" y="16047000"/>
              <a:ext cx="12751500" cy="1212900"/>
            </a:xfrm>
            <a:prstGeom prst="roundRect">
              <a:avLst>
                <a:gd fmla="val 16667" name="adj"/>
              </a:avLst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109450" lIns="109450" spcFirstLastPara="1" rIns="109450" wrap="square" tIns="1094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1437"/>
                </a:spcBef>
                <a:spcAft>
                  <a:spcPts val="1437"/>
                </a:spcAft>
                <a:buClr>
                  <a:srgbClr val="000000"/>
                </a:buClr>
                <a:buSzPts val="2150"/>
                <a:buFont typeface="Arial"/>
                <a:buNone/>
              </a:pPr>
              <a:r>
                <a:rPr lang="en-US" sz="2400">
                  <a:latin typeface="Helvetica Neue"/>
                  <a:ea typeface="Helvetica Neue"/>
                  <a:cs typeface="Helvetica Neue"/>
                  <a:sym typeface="Helvetica Neue"/>
                </a:rPr>
                <a:t>Things here</a:t>
              </a:r>
              <a:endParaRPr b="0" i="0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24" name="Google Shape;124;p13"/>
          <p:cNvGrpSpPr/>
          <p:nvPr/>
        </p:nvGrpSpPr>
        <p:grpSpPr>
          <a:xfrm>
            <a:off x="28703450" y="4514627"/>
            <a:ext cx="13972357" cy="25479385"/>
            <a:chOff x="28703450" y="4719438"/>
            <a:chExt cx="13972357" cy="25479385"/>
          </a:xfrm>
        </p:grpSpPr>
        <p:grpSp>
          <p:nvGrpSpPr>
            <p:cNvPr id="125" name="Google Shape;125;p13"/>
            <p:cNvGrpSpPr/>
            <p:nvPr/>
          </p:nvGrpSpPr>
          <p:grpSpPr>
            <a:xfrm>
              <a:off x="29004415" y="4840861"/>
              <a:ext cx="13671392" cy="25357961"/>
              <a:chOff x="765206" y="5426220"/>
              <a:chExt cx="11628300" cy="34198194"/>
            </a:xfrm>
          </p:grpSpPr>
          <p:sp>
            <p:nvSpPr>
              <p:cNvPr id="126" name="Google Shape;126;p13"/>
              <p:cNvSpPr txBox="1"/>
              <p:nvPr/>
            </p:nvSpPr>
            <p:spPr>
              <a:xfrm>
                <a:off x="997693" y="6273714"/>
                <a:ext cx="11219700" cy="33350700"/>
              </a:xfrm>
              <a:prstGeom prst="rect">
                <a:avLst/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t" bIns="54700" lIns="109450" spcFirstLastPara="1" rIns="109450" wrap="square" tIns="54700">
                <a:noAutofit/>
              </a:bodyPr>
              <a:lstStyle/>
              <a:p>
                <a:pPr indent="-547331" lvl="0" marL="547331" marR="0" rtl="0" algn="just">
                  <a:lnSpc>
                    <a:spcPct val="100000"/>
                  </a:lnSpc>
                  <a:spcBef>
                    <a:spcPts val="1197"/>
                  </a:spcBef>
                  <a:spcAft>
                    <a:spcPts val="0"/>
                  </a:spcAft>
                  <a:buClr>
                    <a:srgbClr val="D2FF46"/>
                  </a:buClr>
                  <a:buSzPts val="4310"/>
                  <a:buFont typeface="Calibri"/>
                  <a:buChar char="●"/>
                </a:pPr>
                <a:r>
                  <a:t/>
                </a:r>
                <a:endParaRPr b="0" i="0" sz="4310" u="none" cap="none" strike="noStrike">
                  <a:solidFill>
                    <a:srgbClr val="D2FF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765206" y="5426220"/>
                <a:ext cx="11628300" cy="1233300"/>
              </a:xfrm>
              <a:prstGeom prst="roundRect">
                <a:avLst>
                  <a:gd fmla="val 16667" name="adj"/>
                </a:avLst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ctr" bIns="109450" lIns="109450" spcFirstLastPara="1" rIns="109450" wrap="square" tIns="1094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310"/>
                  <a:buFont typeface="Arial"/>
                  <a:buNone/>
                </a:pPr>
                <a:r>
                  <a:rPr b="1" i="0" lang="en-US" sz="4310" u="none" cap="none" strike="noStrike">
                    <a:solidFill>
                      <a:srgbClr val="D2FF46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What’s happening here?</a:t>
                </a:r>
                <a:endParaRPr b="1" i="0" sz="4310" u="none" cap="none" strike="noStrike">
                  <a:solidFill>
                    <a:srgbClr val="D2FF46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128" name="Google Shape;128;p13"/>
            <p:cNvSpPr txBox="1"/>
            <p:nvPr/>
          </p:nvSpPr>
          <p:spPr>
            <a:xfrm>
              <a:off x="29001000" y="5633811"/>
              <a:ext cx="13212300" cy="24350700"/>
            </a:xfrm>
            <a:prstGeom prst="rect">
              <a:avLst/>
            </a:prstGeom>
            <a:solidFill>
              <a:schemeClr val="lt1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2875" lIns="201150" spcFirstLastPara="1" rIns="201150" wrap="square" tIns="18287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1197"/>
                </a:spcBef>
                <a:spcAft>
                  <a:spcPts val="0"/>
                </a:spcAft>
                <a:buClr>
                  <a:srgbClr val="000000"/>
                </a:buClr>
                <a:buSzPts val="431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28703450" y="4719438"/>
              <a:ext cx="13772100" cy="914400"/>
            </a:xfrm>
            <a:prstGeom prst="roundRect">
              <a:avLst>
                <a:gd fmla="val 16667" name="adj"/>
              </a:avLst>
            </a:prstGeom>
            <a:solidFill>
              <a:srgbClr val="93021F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450" lIns="109450" spcFirstLastPara="1" rIns="109450" wrap="square" tIns="10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746"/>
                <a:buFont typeface="Arial"/>
                <a:buNone/>
              </a:pPr>
              <a:r>
                <a:rPr b="1" lang="en-US" sz="431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Cool results</a:t>
              </a:r>
              <a:endParaRPr b="1" i="0" sz="431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30" name="Google Shape;130;p13"/>
          <p:cNvGrpSpPr/>
          <p:nvPr/>
        </p:nvGrpSpPr>
        <p:grpSpPr>
          <a:xfrm>
            <a:off x="14577250" y="17350414"/>
            <a:ext cx="13972357" cy="12643597"/>
            <a:chOff x="14577250" y="17322488"/>
            <a:chExt cx="13972357" cy="12643597"/>
          </a:xfrm>
        </p:grpSpPr>
        <p:grpSp>
          <p:nvGrpSpPr>
            <p:cNvPr id="131" name="Google Shape;131;p13"/>
            <p:cNvGrpSpPr/>
            <p:nvPr/>
          </p:nvGrpSpPr>
          <p:grpSpPr>
            <a:xfrm>
              <a:off x="14878215" y="17443911"/>
              <a:ext cx="13671392" cy="12522173"/>
              <a:chOff x="765206" y="5426220"/>
              <a:chExt cx="11628300" cy="16887623"/>
            </a:xfrm>
          </p:grpSpPr>
          <p:sp>
            <p:nvSpPr>
              <p:cNvPr id="132" name="Google Shape;132;p13"/>
              <p:cNvSpPr txBox="1"/>
              <p:nvPr/>
            </p:nvSpPr>
            <p:spPr>
              <a:xfrm>
                <a:off x="997693" y="6273743"/>
                <a:ext cx="11219700" cy="16040100"/>
              </a:xfrm>
              <a:prstGeom prst="rect">
                <a:avLst/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t" bIns="54700" lIns="109450" spcFirstLastPara="1" rIns="109450" wrap="square" tIns="54700">
                <a:noAutofit/>
              </a:bodyPr>
              <a:lstStyle/>
              <a:p>
                <a:pPr indent="-547331" lvl="0" marL="547331" marR="0" rtl="0" algn="just">
                  <a:lnSpc>
                    <a:spcPct val="100000"/>
                  </a:lnSpc>
                  <a:spcBef>
                    <a:spcPts val="1197"/>
                  </a:spcBef>
                  <a:spcAft>
                    <a:spcPts val="0"/>
                  </a:spcAft>
                  <a:buClr>
                    <a:srgbClr val="D2FF46"/>
                  </a:buClr>
                  <a:buSzPts val="4310"/>
                  <a:buFont typeface="Calibri"/>
                  <a:buChar char="●"/>
                </a:pPr>
                <a:r>
                  <a:t/>
                </a:r>
                <a:endParaRPr b="0" i="0" sz="4310" u="none" cap="none" strike="noStrike">
                  <a:solidFill>
                    <a:srgbClr val="D2FF4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765206" y="5426220"/>
                <a:ext cx="11628300" cy="1233300"/>
              </a:xfrm>
              <a:prstGeom prst="roundRect">
                <a:avLst>
                  <a:gd fmla="val 16667" name="adj"/>
                </a:avLst>
              </a:prstGeom>
              <a:solidFill>
                <a:srgbClr val="888888"/>
              </a:solidFill>
              <a:ln>
                <a:noFill/>
              </a:ln>
            </p:spPr>
            <p:txBody>
              <a:bodyPr anchorCtr="0" anchor="ctr" bIns="109450" lIns="109450" spcFirstLastPara="1" rIns="109450" wrap="square" tIns="1094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310"/>
                  <a:buFont typeface="Arial"/>
                  <a:buNone/>
                </a:pPr>
                <a:r>
                  <a:rPr b="1" i="0" lang="en-US" sz="4310" u="none" cap="none" strike="noStrike">
                    <a:solidFill>
                      <a:srgbClr val="D2FF46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What’s happening here?</a:t>
                </a:r>
                <a:endParaRPr b="1" i="0" sz="4310" u="none" cap="none" strike="noStrike">
                  <a:solidFill>
                    <a:srgbClr val="D2FF46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sp>
          <p:nvSpPr>
            <p:cNvPr id="134" name="Google Shape;134;p13"/>
            <p:cNvSpPr txBox="1"/>
            <p:nvPr/>
          </p:nvSpPr>
          <p:spPr>
            <a:xfrm>
              <a:off x="14874800" y="18236825"/>
              <a:ext cx="13212300" cy="11536800"/>
            </a:xfrm>
            <a:prstGeom prst="rect">
              <a:avLst/>
            </a:prstGeom>
            <a:solidFill>
              <a:schemeClr val="lt1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2875" lIns="201150" spcFirstLastPara="1" rIns="201150" wrap="square" tIns="182875">
              <a:no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1197"/>
                </a:spcBef>
                <a:spcAft>
                  <a:spcPts val="0"/>
                </a:spcAft>
                <a:buClr>
                  <a:srgbClr val="000000"/>
                </a:buClr>
                <a:buSzPts val="431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14577250" y="17322488"/>
              <a:ext cx="13772100" cy="914400"/>
            </a:xfrm>
            <a:prstGeom prst="roundRect">
              <a:avLst>
                <a:gd fmla="val 16667" name="adj"/>
              </a:avLst>
            </a:prstGeom>
            <a:solidFill>
              <a:srgbClr val="93021F"/>
            </a:solidFill>
            <a:ln cap="flat" cmpd="sng" w="91225">
              <a:solidFill>
                <a:srgbClr val="93021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9450" lIns="109450" spcFirstLastPara="1" rIns="109450" wrap="square" tIns="109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746"/>
                <a:buFont typeface="Arial"/>
                <a:buNone/>
              </a:pPr>
              <a:r>
                <a:rPr b="1" i="0" lang="en-US" sz="4310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What’s happening here?</a:t>
              </a:r>
              <a:endParaRPr b="1" i="0" sz="431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